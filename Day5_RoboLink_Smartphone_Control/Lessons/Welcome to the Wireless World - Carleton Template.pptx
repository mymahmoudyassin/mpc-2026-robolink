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22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11"/>
    <p:sldId id="267" r:id="rId10"/>
    <p:sldId id="268" r:id="rId9"/>
    <p:sldId id="269" r:id="rId8"/>
    <p:sldId id="270" r:id="rId7"/>
    <p:sldId id="271" r:id="rId6"/>
    <p:sldId id="272" r:id="rId5"/>
    <p:sldId id="273" r:id="rId29"/>
    <p:sldId id="274" r:id="rId30"/>
    <p:sldId id="275" r:id="rId31"/>
    <p:sldId id="276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1C24"/>
    <a:srgbClr val="D5D6D6"/>
    <a:srgbClr val="D5D5D5"/>
    <a:srgbClr val="9F9FA1"/>
    <a:srgbClr val="3E4040"/>
    <a:srgbClr val="D73C32"/>
    <a:srgbClr val="FBD2D3"/>
    <a:srgbClr val="969696"/>
    <a:srgbClr val="1E1E1E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7D9D71-B041-294A-BAA1-7346A249B677}" v="10" dt="2024-04-16T15:28:25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23" autoAdjust="0"/>
    <p:restoredTop sz="86378" autoAdjust="0"/>
  </p:normalViewPr>
  <p:slideViewPr>
    <p:cSldViewPr snapToGrid="0">
      <p:cViewPr varScale="1">
        <p:scale>
          <a:sx n="302" d="100"/>
          <a:sy n="302" d="100"/>
        </p:scale>
        <p:origin x="89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Strangemore" userId="dc45ce27-c69b-46a6-82a9-0bdadfa7890c" providerId="ADAL" clId="{F1D1878E-EF18-BE40-83FE-364863CD27C2}"/>
    <pc:docChg chg="custSel addSld delSld modSld">
      <pc:chgData name="Chris Strangemore" userId="dc45ce27-c69b-46a6-82a9-0bdadfa7890c" providerId="ADAL" clId="{F1D1878E-EF18-BE40-83FE-364863CD27C2}" dt="2024-03-14T15:04:48.875" v="20" actId="2696"/>
      <pc:docMkLst>
        <pc:docMk/>
      </pc:docMkLst>
      <pc:sldChg chg="delSp mod">
        <pc:chgData name="Chris Strangemore" userId="dc45ce27-c69b-46a6-82a9-0bdadfa7890c" providerId="ADAL" clId="{F1D1878E-EF18-BE40-83FE-364863CD27C2}" dt="2024-03-14T15:04:00.230" v="3" actId="478"/>
        <pc:sldMkLst>
          <pc:docMk/>
          <pc:sldMk cId="421640434" sldId="265"/>
        </pc:sldMkLst>
        <pc:spChg chg="del">
          <ac:chgData name="Chris Strangemore" userId="dc45ce27-c69b-46a6-82a9-0bdadfa7890c" providerId="ADAL" clId="{F1D1878E-EF18-BE40-83FE-364863CD27C2}" dt="2024-03-14T15:04:00.230" v="3" actId="478"/>
          <ac:spMkLst>
            <pc:docMk/>
            <pc:sldMk cId="421640434" sldId="265"/>
            <ac:spMk id="3" creationId="{B39ED604-6E76-071B-8F5E-7609DC73F3DB}"/>
          </ac:spMkLst>
        </pc:spChg>
      </pc:sldChg>
      <pc:sldChg chg="delSp mod">
        <pc:chgData name="Chris Strangemore" userId="dc45ce27-c69b-46a6-82a9-0bdadfa7890c" providerId="ADAL" clId="{F1D1878E-EF18-BE40-83FE-364863CD27C2}" dt="2024-03-14T15:04:02.993" v="4" actId="478"/>
        <pc:sldMkLst>
          <pc:docMk/>
          <pc:sldMk cId="2557360001" sldId="273"/>
        </pc:sldMkLst>
        <pc:spChg chg="del">
          <ac:chgData name="Chris Strangemore" userId="dc45ce27-c69b-46a6-82a9-0bdadfa7890c" providerId="ADAL" clId="{F1D1878E-EF18-BE40-83FE-364863CD27C2}" dt="2024-03-14T15:04:02.993" v="4" actId="478"/>
          <ac:spMkLst>
            <pc:docMk/>
            <pc:sldMk cId="2557360001" sldId="273"/>
            <ac:spMk id="4" creationId="{7A089343-3B87-4410-5C0A-9E0CF8E0E098}"/>
          </ac:spMkLst>
        </pc:spChg>
      </pc:sldChg>
      <pc:sldChg chg="delSp mod">
        <pc:chgData name="Chris Strangemore" userId="dc45ce27-c69b-46a6-82a9-0bdadfa7890c" providerId="ADAL" clId="{F1D1878E-EF18-BE40-83FE-364863CD27C2}" dt="2024-03-14T15:04:20.897" v="15" actId="478"/>
        <pc:sldMkLst>
          <pc:docMk/>
          <pc:sldMk cId="58165704" sldId="277"/>
        </pc:sldMkLst>
        <pc:spChg chg="del">
          <ac:chgData name="Chris Strangemore" userId="dc45ce27-c69b-46a6-82a9-0bdadfa7890c" providerId="ADAL" clId="{F1D1878E-EF18-BE40-83FE-364863CD27C2}" dt="2024-03-14T15:04:20.897" v="15" actId="478"/>
          <ac:spMkLst>
            <pc:docMk/>
            <pc:sldMk cId="58165704" sldId="277"/>
            <ac:spMk id="6" creationId="{B8C1014A-F0E5-F3E7-FC30-DB273CBA0D1A}"/>
          </ac:spMkLst>
        </pc:spChg>
      </pc:sldChg>
      <pc:sldChg chg="delSp mod">
        <pc:chgData name="Chris Strangemore" userId="dc45ce27-c69b-46a6-82a9-0bdadfa7890c" providerId="ADAL" clId="{F1D1878E-EF18-BE40-83FE-364863CD27C2}" dt="2024-03-14T15:03:55.337" v="0" actId="478"/>
        <pc:sldMkLst>
          <pc:docMk/>
          <pc:sldMk cId="3908892460" sldId="278"/>
        </pc:sldMkLst>
        <pc:spChg chg="del">
          <ac:chgData name="Chris Strangemore" userId="dc45ce27-c69b-46a6-82a9-0bdadfa7890c" providerId="ADAL" clId="{F1D1878E-EF18-BE40-83FE-364863CD27C2}" dt="2024-03-14T15:03:55.337" v="0" actId="478"/>
          <ac:spMkLst>
            <pc:docMk/>
            <pc:sldMk cId="3908892460" sldId="278"/>
            <ac:spMk id="4" creationId="{DEE3D50E-2E2E-8EA9-DD5B-F0F0EA59B92F}"/>
          </ac:spMkLst>
        </pc:spChg>
      </pc:sldChg>
      <pc:sldChg chg="delSp mod">
        <pc:chgData name="Chris Strangemore" userId="dc45ce27-c69b-46a6-82a9-0bdadfa7890c" providerId="ADAL" clId="{F1D1878E-EF18-BE40-83FE-364863CD27C2}" dt="2024-03-14T15:04:22.497" v="16" actId="478"/>
        <pc:sldMkLst>
          <pc:docMk/>
          <pc:sldMk cId="914011314" sldId="279"/>
        </pc:sldMkLst>
        <pc:spChg chg="del">
          <ac:chgData name="Chris Strangemore" userId="dc45ce27-c69b-46a6-82a9-0bdadfa7890c" providerId="ADAL" clId="{F1D1878E-EF18-BE40-83FE-364863CD27C2}" dt="2024-03-14T15:04:22.497" v="16" actId="478"/>
          <ac:spMkLst>
            <pc:docMk/>
            <pc:sldMk cId="914011314" sldId="279"/>
            <ac:spMk id="3" creationId="{B79C2506-DE6E-7A36-0056-9E85E5760B93}"/>
          </ac:spMkLst>
        </pc:spChg>
      </pc:sldChg>
      <pc:sldChg chg="delSp mod">
        <pc:chgData name="Chris Strangemore" userId="dc45ce27-c69b-46a6-82a9-0bdadfa7890c" providerId="ADAL" clId="{F1D1878E-EF18-BE40-83FE-364863CD27C2}" dt="2024-03-14T15:04:09.316" v="8" actId="478"/>
        <pc:sldMkLst>
          <pc:docMk/>
          <pc:sldMk cId="3827195352" sldId="280"/>
        </pc:sldMkLst>
        <pc:spChg chg="del">
          <ac:chgData name="Chris Strangemore" userId="dc45ce27-c69b-46a6-82a9-0bdadfa7890c" providerId="ADAL" clId="{F1D1878E-EF18-BE40-83FE-364863CD27C2}" dt="2024-03-14T15:04:09.316" v="8" actId="478"/>
          <ac:spMkLst>
            <pc:docMk/>
            <pc:sldMk cId="3827195352" sldId="280"/>
            <ac:spMk id="4" creationId="{948D9765-7568-CDD5-9798-E9AEFB73BB2E}"/>
          </ac:spMkLst>
        </pc:spChg>
      </pc:sldChg>
      <pc:sldChg chg="delSp mod">
        <pc:chgData name="Chris Strangemore" userId="dc45ce27-c69b-46a6-82a9-0bdadfa7890c" providerId="ADAL" clId="{F1D1878E-EF18-BE40-83FE-364863CD27C2}" dt="2024-03-14T15:03:57.303" v="1" actId="478"/>
        <pc:sldMkLst>
          <pc:docMk/>
          <pc:sldMk cId="1952549378" sldId="283"/>
        </pc:sldMkLst>
        <pc:spChg chg="del">
          <ac:chgData name="Chris Strangemore" userId="dc45ce27-c69b-46a6-82a9-0bdadfa7890c" providerId="ADAL" clId="{F1D1878E-EF18-BE40-83FE-364863CD27C2}" dt="2024-03-14T15:03:57.303" v="1" actId="478"/>
          <ac:spMkLst>
            <pc:docMk/>
            <pc:sldMk cId="1952549378" sldId="283"/>
            <ac:spMk id="4" creationId="{74FFD6C0-0524-D34D-3FFC-FED8509F4372}"/>
          </ac:spMkLst>
        </pc:spChg>
      </pc:sldChg>
      <pc:sldChg chg="delSp mod">
        <pc:chgData name="Chris Strangemore" userId="dc45ce27-c69b-46a6-82a9-0bdadfa7890c" providerId="ADAL" clId="{F1D1878E-EF18-BE40-83FE-364863CD27C2}" dt="2024-03-14T15:04:10.718" v="9" actId="478"/>
        <pc:sldMkLst>
          <pc:docMk/>
          <pc:sldMk cId="4160762649" sldId="284"/>
        </pc:sldMkLst>
        <pc:spChg chg="del">
          <ac:chgData name="Chris Strangemore" userId="dc45ce27-c69b-46a6-82a9-0bdadfa7890c" providerId="ADAL" clId="{F1D1878E-EF18-BE40-83FE-364863CD27C2}" dt="2024-03-14T15:04:10.718" v="9" actId="478"/>
          <ac:spMkLst>
            <pc:docMk/>
            <pc:sldMk cId="4160762649" sldId="284"/>
            <ac:spMk id="4" creationId="{CA272BCD-DE07-D23E-051C-EB3ACA158237}"/>
          </ac:spMkLst>
        </pc:spChg>
      </pc:sldChg>
      <pc:sldChg chg="delSp mod">
        <pc:chgData name="Chris Strangemore" userId="dc45ce27-c69b-46a6-82a9-0bdadfa7890c" providerId="ADAL" clId="{F1D1878E-EF18-BE40-83FE-364863CD27C2}" dt="2024-03-14T15:04:04.421" v="5" actId="478"/>
        <pc:sldMkLst>
          <pc:docMk/>
          <pc:sldMk cId="379334501" sldId="285"/>
        </pc:sldMkLst>
        <pc:spChg chg="del">
          <ac:chgData name="Chris Strangemore" userId="dc45ce27-c69b-46a6-82a9-0bdadfa7890c" providerId="ADAL" clId="{F1D1878E-EF18-BE40-83FE-364863CD27C2}" dt="2024-03-14T15:04:04.421" v="5" actId="478"/>
          <ac:spMkLst>
            <pc:docMk/>
            <pc:sldMk cId="379334501" sldId="285"/>
            <ac:spMk id="5" creationId="{BE04DDC3-C141-E4A5-7B5E-712658B2B8E5}"/>
          </ac:spMkLst>
        </pc:spChg>
      </pc:sldChg>
      <pc:sldChg chg="delSp mod">
        <pc:chgData name="Chris Strangemore" userId="dc45ce27-c69b-46a6-82a9-0bdadfa7890c" providerId="ADAL" clId="{F1D1878E-EF18-BE40-83FE-364863CD27C2}" dt="2024-03-14T15:04:19.297" v="14" actId="478"/>
        <pc:sldMkLst>
          <pc:docMk/>
          <pc:sldMk cId="1182945405" sldId="287"/>
        </pc:sldMkLst>
        <pc:spChg chg="del">
          <ac:chgData name="Chris Strangemore" userId="dc45ce27-c69b-46a6-82a9-0bdadfa7890c" providerId="ADAL" clId="{F1D1878E-EF18-BE40-83FE-364863CD27C2}" dt="2024-03-14T15:04:19.297" v="14" actId="478"/>
          <ac:spMkLst>
            <pc:docMk/>
            <pc:sldMk cId="1182945405" sldId="287"/>
            <ac:spMk id="4" creationId="{ADAED87E-AE14-8C9F-F353-3973526EEEE2}"/>
          </ac:spMkLst>
        </pc:spChg>
      </pc:sldChg>
      <pc:sldChg chg="delSp mod">
        <pc:chgData name="Chris Strangemore" userId="dc45ce27-c69b-46a6-82a9-0bdadfa7890c" providerId="ADAL" clId="{F1D1878E-EF18-BE40-83FE-364863CD27C2}" dt="2024-03-14T15:04:12.905" v="10" actId="478"/>
        <pc:sldMkLst>
          <pc:docMk/>
          <pc:sldMk cId="3914371849" sldId="288"/>
        </pc:sldMkLst>
        <pc:spChg chg="del">
          <ac:chgData name="Chris Strangemore" userId="dc45ce27-c69b-46a6-82a9-0bdadfa7890c" providerId="ADAL" clId="{F1D1878E-EF18-BE40-83FE-364863CD27C2}" dt="2024-03-14T15:04:12.905" v="10" actId="478"/>
          <ac:spMkLst>
            <pc:docMk/>
            <pc:sldMk cId="3914371849" sldId="288"/>
            <ac:spMk id="7" creationId="{B868516A-45DB-4C72-0380-E1740E607AE8}"/>
          </ac:spMkLst>
        </pc:spChg>
      </pc:sldChg>
      <pc:sldChg chg="delSp mod">
        <pc:chgData name="Chris Strangemore" userId="dc45ce27-c69b-46a6-82a9-0bdadfa7890c" providerId="ADAL" clId="{F1D1878E-EF18-BE40-83FE-364863CD27C2}" dt="2024-03-14T15:04:05.696" v="6" actId="478"/>
        <pc:sldMkLst>
          <pc:docMk/>
          <pc:sldMk cId="2016375834" sldId="289"/>
        </pc:sldMkLst>
        <pc:spChg chg="del">
          <ac:chgData name="Chris Strangemore" userId="dc45ce27-c69b-46a6-82a9-0bdadfa7890c" providerId="ADAL" clId="{F1D1878E-EF18-BE40-83FE-364863CD27C2}" dt="2024-03-14T15:04:05.696" v="6" actId="478"/>
          <ac:spMkLst>
            <pc:docMk/>
            <pc:sldMk cId="2016375834" sldId="289"/>
            <ac:spMk id="3" creationId="{6C82AB39-E141-DF43-C33C-23B6764E4133}"/>
          </ac:spMkLst>
        </pc:spChg>
      </pc:sldChg>
      <pc:sldChg chg="delSp mod">
        <pc:chgData name="Chris Strangemore" userId="dc45ce27-c69b-46a6-82a9-0bdadfa7890c" providerId="ADAL" clId="{F1D1878E-EF18-BE40-83FE-364863CD27C2}" dt="2024-03-14T15:04:07.244" v="7" actId="478"/>
        <pc:sldMkLst>
          <pc:docMk/>
          <pc:sldMk cId="3268130769" sldId="290"/>
        </pc:sldMkLst>
        <pc:spChg chg="del">
          <ac:chgData name="Chris Strangemore" userId="dc45ce27-c69b-46a6-82a9-0bdadfa7890c" providerId="ADAL" clId="{F1D1878E-EF18-BE40-83FE-364863CD27C2}" dt="2024-03-14T15:04:07.244" v="7" actId="478"/>
          <ac:spMkLst>
            <pc:docMk/>
            <pc:sldMk cId="3268130769" sldId="290"/>
            <ac:spMk id="4" creationId="{11F92860-9C2C-0437-BFFF-16D322C929D5}"/>
          </ac:spMkLst>
        </pc:spChg>
      </pc:sldChg>
      <pc:sldChg chg="delSp mod">
        <pc:chgData name="Chris Strangemore" userId="dc45ce27-c69b-46a6-82a9-0bdadfa7890c" providerId="ADAL" clId="{F1D1878E-EF18-BE40-83FE-364863CD27C2}" dt="2024-03-14T15:04:17.947" v="13" actId="478"/>
        <pc:sldMkLst>
          <pc:docMk/>
          <pc:sldMk cId="2889011320" sldId="291"/>
        </pc:sldMkLst>
        <pc:spChg chg="del">
          <ac:chgData name="Chris Strangemore" userId="dc45ce27-c69b-46a6-82a9-0bdadfa7890c" providerId="ADAL" clId="{F1D1878E-EF18-BE40-83FE-364863CD27C2}" dt="2024-03-14T15:04:17.947" v="13" actId="478"/>
          <ac:spMkLst>
            <pc:docMk/>
            <pc:sldMk cId="2889011320" sldId="291"/>
            <ac:spMk id="6" creationId="{0A30FEB8-8AF8-B05B-EDB4-8FDB8219D749}"/>
          </ac:spMkLst>
        </pc:spChg>
      </pc:sldChg>
      <pc:sldChg chg="delSp mod">
        <pc:chgData name="Chris Strangemore" userId="dc45ce27-c69b-46a6-82a9-0bdadfa7890c" providerId="ADAL" clId="{F1D1878E-EF18-BE40-83FE-364863CD27C2}" dt="2024-03-14T15:04:15.020" v="11" actId="478"/>
        <pc:sldMkLst>
          <pc:docMk/>
          <pc:sldMk cId="2348389029" sldId="292"/>
        </pc:sldMkLst>
        <pc:spChg chg="del">
          <ac:chgData name="Chris Strangemore" userId="dc45ce27-c69b-46a6-82a9-0bdadfa7890c" providerId="ADAL" clId="{F1D1878E-EF18-BE40-83FE-364863CD27C2}" dt="2024-03-14T15:04:15.020" v="11" actId="478"/>
          <ac:spMkLst>
            <pc:docMk/>
            <pc:sldMk cId="2348389029" sldId="292"/>
            <ac:spMk id="7" creationId="{7F1C113A-4DDE-4EFF-AC7D-112414F9ED79}"/>
          </ac:spMkLst>
        </pc:spChg>
      </pc:sldChg>
      <pc:sldChg chg="delSp mod">
        <pc:chgData name="Chris Strangemore" userId="dc45ce27-c69b-46a6-82a9-0bdadfa7890c" providerId="ADAL" clId="{F1D1878E-EF18-BE40-83FE-364863CD27C2}" dt="2024-03-14T15:04:16.342" v="12" actId="478"/>
        <pc:sldMkLst>
          <pc:docMk/>
          <pc:sldMk cId="754933284" sldId="293"/>
        </pc:sldMkLst>
        <pc:spChg chg="del">
          <ac:chgData name="Chris Strangemore" userId="dc45ce27-c69b-46a6-82a9-0bdadfa7890c" providerId="ADAL" clId="{F1D1878E-EF18-BE40-83FE-364863CD27C2}" dt="2024-03-14T15:04:16.342" v="12" actId="478"/>
          <ac:spMkLst>
            <pc:docMk/>
            <pc:sldMk cId="754933284" sldId="293"/>
            <ac:spMk id="4" creationId="{0CD99DF6-6FCB-BC23-F8FB-89E29150C995}"/>
          </ac:spMkLst>
        </pc:spChg>
      </pc:sldChg>
      <pc:sldChg chg="delSp mod">
        <pc:chgData name="Chris Strangemore" userId="dc45ce27-c69b-46a6-82a9-0bdadfa7890c" providerId="ADAL" clId="{F1D1878E-EF18-BE40-83FE-364863CD27C2}" dt="2024-03-14T15:03:58.947" v="2" actId="478"/>
        <pc:sldMkLst>
          <pc:docMk/>
          <pc:sldMk cId="2664838672" sldId="294"/>
        </pc:sldMkLst>
        <pc:spChg chg="del">
          <ac:chgData name="Chris Strangemore" userId="dc45ce27-c69b-46a6-82a9-0bdadfa7890c" providerId="ADAL" clId="{F1D1878E-EF18-BE40-83FE-364863CD27C2}" dt="2024-03-14T15:03:58.947" v="2" actId="478"/>
          <ac:spMkLst>
            <pc:docMk/>
            <pc:sldMk cId="2664838672" sldId="294"/>
            <ac:spMk id="4" creationId="{74FFD6C0-0524-D34D-3FFC-FED8509F4372}"/>
          </ac:spMkLst>
        </pc:spChg>
      </pc:sldChg>
      <pc:sldChg chg="new del">
        <pc:chgData name="Chris Strangemore" userId="dc45ce27-c69b-46a6-82a9-0bdadfa7890c" providerId="ADAL" clId="{F1D1878E-EF18-BE40-83FE-364863CD27C2}" dt="2024-03-14T15:04:48.875" v="20" actId="2696"/>
        <pc:sldMkLst>
          <pc:docMk/>
          <pc:sldMk cId="1127424108" sldId="295"/>
        </pc:sldMkLst>
      </pc:sldChg>
      <pc:sldChg chg="new del">
        <pc:chgData name="Chris Strangemore" userId="dc45ce27-c69b-46a6-82a9-0bdadfa7890c" providerId="ADAL" clId="{F1D1878E-EF18-BE40-83FE-364863CD27C2}" dt="2024-03-14T15:04:35.544" v="18" actId="2696"/>
        <pc:sldMkLst>
          <pc:docMk/>
          <pc:sldMk cId="3719883527" sldId="295"/>
        </pc:sldMkLst>
      </pc:sldChg>
    </pc:docChg>
  </pc:docChgLst>
  <pc:docChgLst>
    <pc:chgData name="Chris Strangemore" userId="dc45ce27-c69b-46a6-82a9-0bdadfa7890c" providerId="ADAL" clId="{D17D9D71-B041-294A-BAA1-7346A249B677}"/>
    <pc:docChg chg="undo custSel addSld delSld modSld addMainMaster delMainMaster modMainMaster">
      <pc:chgData name="Chris Strangemore" userId="dc45ce27-c69b-46a6-82a9-0bdadfa7890c" providerId="ADAL" clId="{D17D9D71-B041-294A-BAA1-7346A249B677}" dt="2024-04-16T15:30:19.626" v="57" actId="6014"/>
      <pc:docMkLst>
        <pc:docMk/>
      </pc:docMkLst>
      <pc:sldChg chg="addSp delSp modSp mod modClrScheme chgLayout">
        <pc:chgData name="Chris Strangemore" userId="dc45ce27-c69b-46a6-82a9-0bdadfa7890c" providerId="ADAL" clId="{D17D9D71-B041-294A-BAA1-7346A249B677}" dt="2024-04-16T15:04:08.815" v="1" actId="700"/>
        <pc:sldMkLst>
          <pc:docMk/>
          <pc:sldMk cId="379334501" sldId="285"/>
        </pc:sldMkLst>
        <pc:spChg chg="add del mod ord">
          <ac:chgData name="Chris Strangemore" userId="dc45ce27-c69b-46a6-82a9-0bdadfa7890c" providerId="ADAL" clId="{D17D9D71-B041-294A-BAA1-7346A249B677}" dt="2024-04-16T15:04:08.815" v="1" actId="700"/>
          <ac:spMkLst>
            <pc:docMk/>
            <pc:sldMk cId="379334501" sldId="285"/>
            <ac:spMk id="2" creationId="{C99B8551-36AC-7F0F-A10F-8CAB29E73984}"/>
          </ac:spMkLst>
        </pc:spChg>
        <pc:spChg chg="mod ord">
          <ac:chgData name="Chris Strangemore" userId="dc45ce27-c69b-46a6-82a9-0bdadfa7890c" providerId="ADAL" clId="{D17D9D71-B041-294A-BAA1-7346A249B677}" dt="2024-04-16T15:04:08.815" v="1" actId="700"/>
          <ac:spMkLst>
            <pc:docMk/>
            <pc:sldMk cId="379334501" sldId="285"/>
            <ac:spMk id="3" creationId="{7928196F-87CE-26BC-D6AE-A72D5FE14C70}"/>
          </ac:spMkLst>
        </pc:spChg>
        <pc:spChg chg="add del mod ord">
          <ac:chgData name="Chris Strangemore" userId="dc45ce27-c69b-46a6-82a9-0bdadfa7890c" providerId="ADAL" clId="{D17D9D71-B041-294A-BAA1-7346A249B677}" dt="2024-04-16T15:04:08.815" v="1" actId="700"/>
          <ac:spMkLst>
            <pc:docMk/>
            <pc:sldMk cId="379334501" sldId="285"/>
            <ac:spMk id="4" creationId="{36D02FFF-4EE4-14D3-1FC7-E596E8BA0A21}"/>
          </ac:spMkLst>
        </pc:spChg>
        <pc:spChg chg="add del mod ord">
          <ac:chgData name="Chris Strangemore" userId="dc45ce27-c69b-46a6-82a9-0bdadfa7890c" providerId="ADAL" clId="{D17D9D71-B041-294A-BAA1-7346A249B677}" dt="2024-04-16T15:04:08.815" v="1" actId="700"/>
          <ac:spMkLst>
            <pc:docMk/>
            <pc:sldMk cId="379334501" sldId="285"/>
            <ac:spMk id="5" creationId="{DF050A9C-F2B0-8263-C1D2-22EC97CE8690}"/>
          </ac:spMkLst>
        </pc:spChg>
        <pc:spChg chg="add del mod ord">
          <ac:chgData name="Chris Strangemore" userId="dc45ce27-c69b-46a6-82a9-0bdadfa7890c" providerId="ADAL" clId="{D17D9D71-B041-294A-BAA1-7346A249B677}" dt="2024-04-16T15:04:08.815" v="1" actId="700"/>
          <ac:spMkLst>
            <pc:docMk/>
            <pc:sldMk cId="379334501" sldId="285"/>
            <ac:spMk id="6" creationId="{1554CCD7-BD9A-9FBC-3631-826344EEFBB9}"/>
          </ac:spMkLst>
        </pc:spChg>
      </pc:sldChg>
      <pc:sldChg chg="addSp modSp new del">
        <pc:chgData name="Chris Strangemore" userId="dc45ce27-c69b-46a6-82a9-0bdadfa7890c" providerId="ADAL" clId="{D17D9D71-B041-294A-BAA1-7346A249B677}" dt="2024-04-16T15:29:12.941" v="55" actId="2696"/>
        <pc:sldMkLst>
          <pc:docMk/>
          <pc:sldMk cId="4173703984" sldId="295"/>
        </pc:sldMkLst>
        <pc:spChg chg="add mod">
          <ac:chgData name="Chris Strangemore" userId="dc45ce27-c69b-46a6-82a9-0bdadfa7890c" providerId="ADAL" clId="{D17D9D71-B041-294A-BAA1-7346A249B677}" dt="2024-04-16T15:12:29.082" v="32" actId="767"/>
          <ac:spMkLst>
            <pc:docMk/>
            <pc:sldMk cId="4173703984" sldId="295"/>
            <ac:spMk id="5" creationId="{9E5BF8D8-BD44-EDF3-440B-38869F54A852}"/>
          </ac:spMkLst>
        </pc:spChg>
      </pc:sldChg>
      <pc:sldChg chg="new del">
        <pc:chgData name="Chris Strangemore" userId="dc45ce27-c69b-46a6-82a9-0bdadfa7890c" providerId="ADAL" clId="{D17D9D71-B041-294A-BAA1-7346A249B677}" dt="2024-04-16T15:29:07.169" v="54" actId="680"/>
        <pc:sldMkLst>
          <pc:docMk/>
          <pc:sldMk cId="140623645" sldId="296"/>
        </pc:sldMkLst>
      </pc:sldChg>
      <pc:sldChg chg="new del">
        <pc:chgData name="Chris Strangemore" userId="dc45ce27-c69b-46a6-82a9-0bdadfa7890c" providerId="ADAL" clId="{D17D9D71-B041-294A-BAA1-7346A249B677}" dt="2024-04-16T15:26:09.484" v="34" actId="2696"/>
        <pc:sldMkLst>
          <pc:docMk/>
          <pc:sldMk cId="1847163626" sldId="296"/>
        </pc:sldMkLst>
      </pc:sldChg>
      <pc:sldMasterChg chg="addSldLayout delSldLayout modSldLayout">
        <pc:chgData name="Chris Strangemore" userId="dc45ce27-c69b-46a6-82a9-0bdadfa7890c" providerId="ADAL" clId="{D17D9D71-B041-294A-BAA1-7346A249B677}" dt="2024-04-16T15:30:19.626" v="57" actId="6014"/>
        <pc:sldMasterMkLst>
          <pc:docMk/>
          <pc:sldMasterMk cId="2723150511" sldId="2147483694"/>
        </pc:sldMasterMkLst>
        <pc:sldLayoutChg chg="addSp delSp modSp mod">
          <pc:chgData name="Chris Strangemore" userId="dc45ce27-c69b-46a6-82a9-0bdadfa7890c" providerId="ADAL" clId="{D17D9D71-B041-294A-BAA1-7346A249B677}" dt="2024-04-16T15:28:37.611" v="52" actId="14100"/>
          <pc:sldLayoutMkLst>
            <pc:docMk/>
            <pc:sldMasterMk cId="2723150511" sldId="2147483694"/>
            <pc:sldLayoutMk cId="2190962041" sldId="2147483726"/>
          </pc:sldLayoutMkLst>
          <pc:spChg chg="add del">
            <ac:chgData name="Chris Strangemore" userId="dc45ce27-c69b-46a6-82a9-0bdadfa7890c" providerId="ADAL" clId="{D17D9D71-B041-294A-BAA1-7346A249B677}" dt="2024-04-16T15:09:32.835" v="20" actId="11529"/>
            <ac:spMkLst>
              <pc:docMk/>
              <pc:sldMasterMk cId="2723150511" sldId="2147483694"/>
              <pc:sldLayoutMk cId="2190962041" sldId="2147483726"/>
              <ac:spMk id="3" creationId="{2F4D0288-6957-CE09-70C9-C64D79ADBCB9}"/>
            </ac:spMkLst>
          </pc:spChg>
          <pc:spChg chg="mod">
            <ac:chgData name="Chris Strangemore" userId="dc45ce27-c69b-46a6-82a9-0bdadfa7890c" providerId="ADAL" clId="{D17D9D71-B041-294A-BAA1-7346A249B677}" dt="2024-04-16T15:09:05.781" v="18" actId="14100"/>
            <ac:spMkLst>
              <pc:docMk/>
              <pc:sldMasterMk cId="2723150511" sldId="2147483694"/>
              <pc:sldLayoutMk cId="2190962041" sldId="2147483726"/>
              <ac:spMk id="4" creationId="{00000000-0000-0000-0000-000000000000}"/>
            </ac:spMkLst>
          </pc:spChg>
          <pc:spChg chg="add del mod">
            <ac:chgData name="Chris Strangemore" userId="dc45ce27-c69b-46a6-82a9-0bdadfa7890c" providerId="ADAL" clId="{D17D9D71-B041-294A-BAA1-7346A249B677}" dt="2024-04-16T15:10:50.357" v="23" actId="478"/>
            <ac:spMkLst>
              <pc:docMk/>
              <pc:sldMasterMk cId="2723150511" sldId="2147483694"/>
              <pc:sldLayoutMk cId="2190962041" sldId="2147483726"/>
              <ac:spMk id="5" creationId="{F489FD1F-084C-C22F-7D8A-91FA3AE9E2E6}"/>
            </ac:spMkLst>
          </pc:spChg>
          <pc:spChg chg="mod">
            <ac:chgData name="Chris Strangemore" userId="dc45ce27-c69b-46a6-82a9-0bdadfa7890c" providerId="ADAL" clId="{D17D9D71-B041-294A-BAA1-7346A249B677}" dt="2024-04-16T15:09:09.942" v="19" actId="14100"/>
            <ac:spMkLst>
              <pc:docMk/>
              <pc:sldMasterMk cId="2723150511" sldId="2147483694"/>
              <pc:sldLayoutMk cId="2190962041" sldId="2147483726"/>
              <ac:spMk id="6" creationId="{00000000-0000-0000-0000-000000000000}"/>
            </ac:spMkLst>
          </pc:spChg>
          <pc:spChg chg="add del mod">
            <ac:chgData name="Chris Strangemore" userId="dc45ce27-c69b-46a6-82a9-0bdadfa7890c" providerId="ADAL" clId="{D17D9D71-B041-294A-BAA1-7346A249B677}" dt="2024-04-16T15:27:32.346" v="36" actId="478"/>
            <ac:spMkLst>
              <pc:docMk/>
              <pc:sldMasterMk cId="2723150511" sldId="2147483694"/>
              <pc:sldLayoutMk cId="2190962041" sldId="2147483726"/>
              <ac:spMk id="7" creationId="{6FFD720F-63B1-AF04-5308-E6094AF59E56}"/>
            </ac:spMkLst>
          </pc:spChg>
          <pc:spChg chg="add del mod">
            <ac:chgData name="Chris Strangemore" userId="dc45ce27-c69b-46a6-82a9-0bdadfa7890c" providerId="ADAL" clId="{D17D9D71-B041-294A-BAA1-7346A249B677}" dt="2024-04-16T15:27:35.969" v="37" actId="478"/>
            <ac:spMkLst>
              <pc:docMk/>
              <pc:sldMasterMk cId="2723150511" sldId="2147483694"/>
              <pc:sldLayoutMk cId="2190962041" sldId="2147483726"/>
              <ac:spMk id="8" creationId="{27E86F0F-C530-4D86-2D18-DA0E36221CD2}"/>
            </ac:spMkLst>
          </pc:spChg>
          <pc:spChg chg="add mod">
            <ac:chgData name="Chris Strangemore" userId="dc45ce27-c69b-46a6-82a9-0bdadfa7890c" providerId="ADAL" clId="{D17D9D71-B041-294A-BAA1-7346A249B677}" dt="2024-04-16T15:28:33.070" v="51" actId="14100"/>
            <ac:spMkLst>
              <pc:docMk/>
              <pc:sldMasterMk cId="2723150511" sldId="2147483694"/>
              <pc:sldLayoutMk cId="2190962041" sldId="2147483726"/>
              <ac:spMk id="9" creationId="{BBDD301C-3A8F-3A86-2F78-60545078EC9A}"/>
            </ac:spMkLst>
          </pc:spChg>
          <pc:spChg chg="add mod">
            <ac:chgData name="Chris Strangemore" userId="dc45ce27-c69b-46a6-82a9-0bdadfa7890c" providerId="ADAL" clId="{D17D9D71-B041-294A-BAA1-7346A249B677}" dt="2024-04-16T15:28:37.611" v="52" actId="14100"/>
            <ac:spMkLst>
              <pc:docMk/>
              <pc:sldMasterMk cId="2723150511" sldId="2147483694"/>
              <pc:sldLayoutMk cId="2190962041" sldId="2147483726"/>
              <ac:spMk id="10" creationId="{91A0B541-E883-1B97-7F24-D8215F41276F}"/>
            </ac:spMkLst>
          </pc:spChg>
          <pc:picChg chg="mod">
            <ac:chgData name="Chris Strangemore" userId="dc45ce27-c69b-46a6-82a9-0bdadfa7890c" providerId="ADAL" clId="{D17D9D71-B041-294A-BAA1-7346A249B677}" dt="2024-04-16T15:27:48.771" v="42" actId="1076"/>
            <ac:picMkLst>
              <pc:docMk/>
              <pc:sldMasterMk cId="2723150511" sldId="2147483694"/>
              <pc:sldLayoutMk cId="2190962041" sldId="2147483726"/>
              <ac:picMk id="11" creationId="{BD62C7B2-F881-304C-8673-2B7AE442965A}"/>
            </ac:picMkLst>
          </pc:picChg>
        </pc:sldLayoutChg>
        <pc:sldLayoutChg chg="add mod modTransition">
          <pc:chgData name="Chris Strangemore" userId="dc45ce27-c69b-46a6-82a9-0bdadfa7890c" providerId="ADAL" clId="{D17D9D71-B041-294A-BAA1-7346A249B677}" dt="2024-04-16T15:30:19.626" v="57" actId="6014"/>
          <pc:sldLayoutMkLst>
            <pc:docMk/>
            <pc:sldMasterMk cId="2723150511" sldId="2147483694"/>
            <pc:sldLayoutMk cId="2653903944" sldId="2147483733"/>
          </pc:sldLayoutMkLst>
        </pc:sldLayoutChg>
        <pc:sldLayoutChg chg="new del mod">
          <pc:chgData name="Chris Strangemore" userId="dc45ce27-c69b-46a6-82a9-0bdadfa7890c" providerId="ADAL" clId="{D17D9D71-B041-294A-BAA1-7346A249B677}" dt="2024-04-16T15:04:54.914" v="3" actId="2696"/>
          <pc:sldLayoutMkLst>
            <pc:docMk/>
            <pc:sldMasterMk cId="2723150511" sldId="2147483694"/>
            <pc:sldLayoutMk cId="3919115855" sldId="2147483733"/>
          </pc:sldLayoutMkLst>
        </pc:sldLayoutChg>
      </pc:sldMasterChg>
      <pc:sldMasterChg chg="new del mod addSldLayout delSldLayout">
        <pc:chgData name="Chris Strangemore" userId="dc45ce27-c69b-46a6-82a9-0bdadfa7890c" providerId="ADAL" clId="{D17D9D71-B041-294A-BAA1-7346A249B677}" dt="2024-04-16T15:07:53.886" v="17" actId="2696"/>
        <pc:sldMasterMkLst>
          <pc:docMk/>
          <pc:sldMasterMk cId="3777869807" sldId="2147483734"/>
        </pc:sldMasterMkLst>
        <pc:sldLayoutChg chg="new del replId">
          <pc:chgData name="Chris Strangemore" userId="dc45ce27-c69b-46a6-82a9-0bdadfa7890c" providerId="ADAL" clId="{D17D9D71-B041-294A-BAA1-7346A249B677}" dt="2024-04-16T15:07:53.868" v="6" actId="2696"/>
          <pc:sldLayoutMkLst>
            <pc:docMk/>
            <pc:sldMasterMk cId="3777869807" sldId="2147483734"/>
            <pc:sldLayoutMk cId="2337866596" sldId="2147483735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0" v="7" actId="2696"/>
          <pc:sldLayoutMkLst>
            <pc:docMk/>
            <pc:sldMasterMk cId="3777869807" sldId="2147483734"/>
            <pc:sldLayoutMk cId="929780723" sldId="2147483736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1" v="8" actId="2696"/>
          <pc:sldLayoutMkLst>
            <pc:docMk/>
            <pc:sldMasterMk cId="3777869807" sldId="2147483734"/>
            <pc:sldLayoutMk cId="3877245427" sldId="2147483737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3" v="9" actId="2696"/>
          <pc:sldLayoutMkLst>
            <pc:docMk/>
            <pc:sldMasterMk cId="3777869807" sldId="2147483734"/>
            <pc:sldLayoutMk cId="228414926" sldId="2147483738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5" v="10" actId="2696"/>
          <pc:sldLayoutMkLst>
            <pc:docMk/>
            <pc:sldMasterMk cId="3777869807" sldId="2147483734"/>
            <pc:sldLayoutMk cId="4136346384" sldId="2147483739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6" v="11" actId="2696"/>
          <pc:sldLayoutMkLst>
            <pc:docMk/>
            <pc:sldMasterMk cId="3777869807" sldId="2147483734"/>
            <pc:sldLayoutMk cId="1968558256" sldId="2147483740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7" v="12" actId="2696"/>
          <pc:sldLayoutMkLst>
            <pc:docMk/>
            <pc:sldMasterMk cId="3777869807" sldId="2147483734"/>
            <pc:sldLayoutMk cId="292955631" sldId="2147483741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79" v="13" actId="2696"/>
          <pc:sldLayoutMkLst>
            <pc:docMk/>
            <pc:sldMasterMk cId="3777869807" sldId="2147483734"/>
            <pc:sldLayoutMk cId="3911663327" sldId="2147483742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81" v="14" actId="2696"/>
          <pc:sldLayoutMkLst>
            <pc:docMk/>
            <pc:sldMasterMk cId="3777869807" sldId="2147483734"/>
            <pc:sldLayoutMk cId="3700956013" sldId="2147483743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82" v="15" actId="2696"/>
          <pc:sldLayoutMkLst>
            <pc:docMk/>
            <pc:sldMasterMk cId="3777869807" sldId="2147483734"/>
            <pc:sldLayoutMk cId="3667655990" sldId="2147483744"/>
          </pc:sldLayoutMkLst>
        </pc:sldLayoutChg>
        <pc:sldLayoutChg chg="new del replId">
          <pc:chgData name="Chris Strangemore" userId="dc45ce27-c69b-46a6-82a9-0bdadfa7890c" providerId="ADAL" clId="{D17D9D71-B041-294A-BAA1-7346A249B677}" dt="2024-04-16T15:07:53.884" v="16" actId="2696"/>
          <pc:sldLayoutMkLst>
            <pc:docMk/>
            <pc:sldMasterMk cId="3777869807" sldId="2147483734"/>
            <pc:sldLayoutMk cId="536792922" sldId="214748374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2D86D-6893-5343-9561-2E68EE77E17C}" type="datetimeFigureOut">
              <a:rPr lang="en-US" smtClean="0"/>
              <a:t>4/16/24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F4369-76AC-214A-993D-8146C865F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68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Relationship Id="rId4" Type="http://schemas.openxmlformats.org/officeDocument/2006/relationships/image" Target="../media/image6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Relationship Id="rId4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Relationship Id="rId4" Type="http://schemas.openxmlformats.org/officeDocument/2006/relationships/image" Target="../media/image6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F34D-0725-2654-2170-4633B4060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473" y="0"/>
            <a:ext cx="9193246" cy="51613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0CBDDD8-0ABA-F01D-C333-DE025D597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00" y="816086"/>
            <a:ext cx="6893906" cy="1790700"/>
          </a:xfrm>
        </p:spPr>
        <p:txBody>
          <a:bodyPr lIns="0" tIns="0" rIns="0" bIns="0"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061ED09-2334-CDD8-1B95-BA1575C77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400" y="2685098"/>
            <a:ext cx="6893906" cy="1241822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F5319-AB4A-3F05-71BB-3438964DEB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0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5CD1AF-403C-F744-9D58-F0FC7A331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>
          <a:xfrm>
            <a:off x="-58552" y="-28682"/>
            <a:ext cx="9216000" cy="5184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2D04D02-F846-0C4B-99A6-45E417F5E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894" y="1802289"/>
            <a:ext cx="6992411" cy="740857"/>
          </a:xfrm>
        </p:spPr>
        <p:txBody>
          <a:bodyPr lIns="0" tIns="0" rIns="0" bIns="0"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489BDA-58A5-9D48-933E-BB1CDC195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895" y="2612203"/>
            <a:ext cx="6992410" cy="1140812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9FD060-1D9F-3942-9D31-B3D158FBB2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9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56F3CAD-7BF3-0042-BA33-8A5869BCA9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172" y="-6723"/>
            <a:ext cx="9180000" cy="516375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500" y="1218248"/>
            <a:ext cx="8055666" cy="3118897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432594"/>
            <a:ext cx="8055666" cy="720000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44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- Wav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DFA407-1BDE-3D75-C7CC-870E2B66D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0" y="-10125"/>
            <a:ext cx="9180000" cy="516375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1542299"/>
            <a:ext cx="8055666" cy="2834655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766546"/>
            <a:ext cx="8055666" cy="720000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C94AE2-FD6B-1F82-3196-40A158C215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1DAD6E7-F2BA-1747-9462-F567163DF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4" y="0"/>
            <a:ext cx="9180000" cy="516375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401" y="1306799"/>
            <a:ext cx="4425268" cy="311671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/>
            </a:lvl1pPr>
            <a:lvl2pPr marL="342900" indent="0">
              <a:buFontTx/>
              <a:buNone/>
              <a:defRPr sz="1800"/>
            </a:lvl2pPr>
            <a:lvl3pPr marL="685800" indent="0">
              <a:buFontTx/>
              <a:buNone/>
              <a:defRPr sz="1800"/>
            </a:lvl3pPr>
            <a:lvl4pPr marL="1028700" indent="0">
              <a:buFontTx/>
              <a:buNone/>
              <a:defRPr sz="1800"/>
            </a:lvl4pPr>
            <a:lvl5pPr marL="13716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A77C94-F7E3-3E47-A799-43D7A907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00" y="432000"/>
            <a:ext cx="7999199" cy="723600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74825" y="1306800"/>
            <a:ext cx="3096774" cy="2376608"/>
          </a:xfrm>
          <a:solidFill>
            <a:srgbClr val="E91C24"/>
          </a:solidFill>
        </p:spPr>
        <p:txBody>
          <a:bodyPr lIns="360000" tIns="360000" rIns="360000" bIns="360000" anchor="ctr">
            <a:noAutofit/>
          </a:bodyPr>
          <a:lstStyle>
            <a:lvl1pPr marL="0" indent="0" algn="l">
              <a:spcBef>
                <a:spcPts val="15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  <a:lvl2pPr marL="6350" indent="0">
              <a:tabLst/>
              <a:defRPr>
                <a:solidFill>
                  <a:schemeClr val="bg1"/>
                </a:solidFill>
              </a:defRPr>
            </a:lvl2pPr>
            <a:lvl3pPr marL="6350" indent="0">
              <a:tabLst/>
              <a:defRPr>
                <a:solidFill>
                  <a:schemeClr val="bg1"/>
                </a:solidFill>
              </a:defRPr>
            </a:lvl3pPr>
            <a:lvl4pPr marL="6350" indent="0">
              <a:tabLst/>
              <a:defRPr>
                <a:solidFill>
                  <a:schemeClr val="bg1"/>
                </a:solidFill>
              </a:defRPr>
            </a:lvl4pPr>
            <a:lvl5pPr marL="6350" indent="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182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ox - Wav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DFA407-1BDE-3D75-C7CC-870E2B66D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-29278" y="-20250"/>
            <a:ext cx="9180000" cy="516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94AE2-FD6B-1F82-3196-40A158C215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00B5EC0-FD09-7B35-0E6D-DC0C62DF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00" y="797761"/>
            <a:ext cx="8242679" cy="663703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82CFFC4-66BE-2AFD-72A5-E6B8F8FF9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401" y="1593050"/>
            <a:ext cx="4425268" cy="311671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/>
            </a:lvl1pPr>
            <a:lvl2pPr marL="342900" indent="0">
              <a:buFontTx/>
              <a:buNone/>
              <a:defRPr sz="1800"/>
            </a:lvl2pPr>
            <a:lvl3pPr marL="685800" indent="0">
              <a:buFontTx/>
              <a:buNone/>
              <a:defRPr sz="1800"/>
            </a:lvl3pPr>
            <a:lvl4pPr marL="1028700" indent="0">
              <a:buFontTx/>
              <a:buNone/>
              <a:defRPr sz="1800"/>
            </a:lvl4pPr>
            <a:lvl5pPr marL="13716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186B4E04-E03C-6E30-02EF-AF7692F14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74825" y="1593051"/>
            <a:ext cx="3340254" cy="2376608"/>
          </a:xfrm>
          <a:solidFill>
            <a:srgbClr val="E91C24"/>
          </a:solidFill>
        </p:spPr>
        <p:txBody>
          <a:bodyPr lIns="360000" tIns="360000" rIns="360000" bIns="360000" anchor="ctr">
            <a:noAutofit/>
          </a:bodyPr>
          <a:lstStyle>
            <a:lvl1pPr marL="0" indent="0" algn="l">
              <a:spcBef>
                <a:spcPts val="15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  <a:lvl2pPr marL="6350" indent="0">
              <a:tabLst/>
              <a:defRPr>
                <a:solidFill>
                  <a:schemeClr val="bg1"/>
                </a:solidFill>
              </a:defRPr>
            </a:lvl2pPr>
            <a:lvl3pPr marL="6350" indent="0">
              <a:tabLst/>
              <a:defRPr>
                <a:solidFill>
                  <a:schemeClr val="bg1"/>
                </a:solidFill>
              </a:defRPr>
            </a:lvl3pPr>
            <a:lvl4pPr marL="6350" indent="0">
              <a:tabLst/>
              <a:defRPr>
                <a:solidFill>
                  <a:schemeClr val="bg1"/>
                </a:solidFill>
              </a:defRPr>
            </a:lvl4pPr>
            <a:lvl5pPr marL="6350" indent="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78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D62C7B2-F881-304C-8673-2B7AE4429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4" y="0"/>
            <a:ext cx="9180000" cy="516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01" y="432000"/>
            <a:ext cx="7999200" cy="663703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400" y="1752951"/>
            <a:ext cx="3716522" cy="2495856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5079" y="1752949"/>
            <a:ext cx="3716521" cy="2495857"/>
          </a:xfrm>
        </p:spPr>
        <p:txBody>
          <a:bodyPr lIns="0" tIns="0" rIns="0" bIns="0">
            <a:noAutofit/>
          </a:bodyPr>
          <a:lstStyle>
            <a:lvl1pPr>
              <a:buClr>
                <a:srgbClr val="E91C24"/>
              </a:buClr>
              <a:defRPr sz="1800"/>
            </a:lvl1pPr>
            <a:lvl2pPr>
              <a:buClr>
                <a:srgbClr val="E91C24"/>
              </a:buClr>
              <a:defRPr sz="1800"/>
            </a:lvl2pPr>
            <a:lvl3pPr>
              <a:buClr>
                <a:srgbClr val="E91C24"/>
              </a:buClr>
              <a:defRPr sz="1800"/>
            </a:lvl3pPr>
            <a:lvl4pPr>
              <a:buClr>
                <a:srgbClr val="E91C24"/>
              </a:buClr>
              <a:defRPr sz="1800"/>
            </a:lvl4pPr>
            <a:lvl5pPr>
              <a:buClr>
                <a:srgbClr val="E91C24"/>
              </a:buCl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5F7907-417B-9845-A5F7-7A6C244228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BDD301C-3A8F-3A86-2F78-60545078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00" y="1095703"/>
            <a:ext cx="3716522" cy="65724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1A0B541-E883-1B97-7F24-D8215F412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55077" y="1096169"/>
            <a:ext cx="3716522" cy="657246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096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ave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D62C7B2-F881-304C-8673-2B7AE4429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4" y="0"/>
            <a:ext cx="9180000" cy="516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01" y="432000"/>
            <a:ext cx="7999200" cy="663703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400" y="1221827"/>
            <a:ext cx="3716522" cy="3026980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5079" y="1221827"/>
            <a:ext cx="3716521" cy="3026980"/>
          </a:xfrm>
        </p:spPr>
        <p:txBody>
          <a:bodyPr lIns="0" tIns="0" rIns="0" bIns="0">
            <a:noAutofit/>
          </a:bodyPr>
          <a:lstStyle>
            <a:lvl1pPr>
              <a:buClr>
                <a:srgbClr val="E91C24"/>
              </a:buClr>
              <a:defRPr sz="1800"/>
            </a:lvl1pPr>
            <a:lvl2pPr>
              <a:buClr>
                <a:srgbClr val="E91C24"/>
              </a:buClr>
              <a:defRPr sz="1800"/>
            </a:lvl2pPr>
            <a:lvl3pPr>
              <a:buClr>
                <a:srgbClr val="E91C24"/>
              </a:buClr>
              <a:defRPr sz="1800"/>
            </a:lvl3pPr>
            <a:lvl4pPr>
              <a:buClr>
                <a:srgbClr val="E91C24"/>
              </a:buClr>
              <a:defRPr sz="1800"/>
            </a:lvl4pPr>
            <a:lvl5pPr>
              <a:buClr>
                <a:srgbClr val="E91C24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5F7907-417B-9845-A5F7-7A6C244228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0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av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DFA407-1BDE-3D75-C7CC-870E2B66D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-29278" y="-20250"/>
            <a:ext cx="9180000" cy="516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94AE2-FD6B-1F82-3196-40A158C215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00B5EC0-FD09-7B35-0E6D-DC0C62DF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01" y="797761"/>
            <a:ext cx="7999200" cy="663703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6B374BF-327C-A1C5-95C4-C9A2DE524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400" y="1587588"/>
            <a:ext cx="3716522" cy="2758151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A48466F-4618-BC73-3718-4121D1F66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55079" y="1587588"/>
            <a:ext cx="3716521" cy="2758151"/>
          </a:xfrm>
        </p:spPr>
        <p:txBody>
          <a:bodyPr lIns="0" tIns="0" rIns="0" bIns="0">
            <a:noAutofit/>
          </a:bodyPr>
          <a:lstStyle>
            <a:lvl1pPr>
              <a:buClr>
                <a:srgbClr val="E91C24"/>
              </a:buClr>
              <a:defRPr sz="1800"/>
            </a:lvl1pPr>
            <a:lvl2pPr>
              <a:buClr>
                <a:srgbClr val="E91C24"/>
              </a:buClr>
              <a:defRPr sz="1800"/>
            </a:lvl2pPr>
            <a:lvl3pPr>
              <a:buClr>
                <a:srgbClr val="E91C24"/>
              </a:buClr>
              <a:defRPr sz="1800"/>
            </a:lvl3pPr>
            <a:lvl4pPr>
              <a:buClr>
                <a:srgbClr val="E91C24"/>
              </a:buClr>
              <a:defRPr sz="1800"/>
            </a:lvl4pPr>
            <a:lvl5pPr>
              <a:buClr>
                <a:srgbClr val="E91C24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675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No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00" y="432000"/>
            <a:ext cx="7999199" cy="671586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400" y="1213945"/>
            <a:ext cx="3716522" cy="3152356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rgbClr val="E91C2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5079" y="1213945"/>
            <a:ext cx="3716521" cy="3152356"/>
          </a:xfrm>
        </p:spPr>
        <p:txBody>
          <a:bodyPr lIns="0" tIns="0" rIns="0" bIns="0">
            <a:noAutofit/>
          </a:bodyPr>
          <a:lstStyle>
            <a:lvl1pPr>
              <a:buClr>
                <a:srgbClr val="E91C24"/>
              </a:buClr>
              <a:defRPr sz="1800"/>
            </a:lvl1pPr>
            <a:lvl2pPr>
              <a:buClr>
                <a:srgbClr val="E91C24"/>
              </a:buClr>
              <a:defRPr sz="1800"/>
            </a:lvl2pPr>
            <a:lvl3pPr>
              <a:buClr>
                <a:srgbClr val="E91C24"/>
              </a:buClr>
              <a:defRPr sz="1800"/>
            </a:lvl3pPr>
            <a:lvl4pPr>
              <a:buClr>
                <a:srgbClr val="E91C24"/>
              </a:buClr>
              <a:defRPr sz="1800"/>
            </a:lvl4pPr>
            <a:lvl5pPr>
              <a:buClr>
                <a:srgbClr val="E91C24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ABDF25-55E1-8740-9525-1A0949824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49692BE-6321-0E46-9AE2-E491AAD317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448" y="1"/>
            <a:ext cx="9180000" cy="516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06" y="4322619"/>
            <a:ext cx="1677694" cy="820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432594"/>
            <a:ext cx="8000008" cy="640832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1074019"/>
            <a:ext cx="8000007" cy="43200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9" y="1598215"/>
            <a:ext cx="8000007" cy="2674965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254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-Head - No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ABDF25-55E1-8740-9525-1A0949824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ECCC5F-AEF6-D149-86B6-908FB0DB07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6306" y="4322618"/>
            <a:ext cx="1677694" cy="8208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8CD4D76-E938-C0FE-42AF-118C28DA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32594"/>
            <a:ext cx="8000008" cy="640832"/>
          </a:xfrm>
        </p:spPr>
        <p:txBody>
          <a:bodyPr lIns="0" tIns="0" rIns="0" bIns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19F14C5-836D-38F0-C562-10D4C0A48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1074019"/>
            <a:ext cx="8000007" cy="43200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CB51878-5E70-757A-DBDD-496B01533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499" y="1598215"/>
            <a:ext cx="8000007" cy="2674965"/>
          </a:xfrm>
        </p:spPr>
        <p:txBody>
          <a:bodyPr lIns="0" tIns="0" rIns="0" bIns="0">
            <a:noAutofit/>
          </a:bodyPr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1pPr>
            <a:lvl2pPr marL="5143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2pPr>
            <a:lvl3pPr marL="8572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4pPr>
            <a:lvl5pPr marL="15430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9724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8B6336-F657-744C-A4FC-6471C335AF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115"/>
          <a:stretch/>
        </p:blipFill>
        <p:spPr>
          <a:xfrm>
            <a:off x="-13448" y="-11705"/>
            <a:ext cx="9180000" cy="5168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DDC454-CEBE-BF44-9F5E-79A5F5000B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8030" y="4108174"/>
            <a:ext cx="2115970" cy="103532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3DF195C-0123-544A-9FE1-F77D58D77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00" y="421148"/>
            <a:ext cx="5712714" cy="1790700"/>
          </a:xfrm>
        </p:spPr>
        <p:txBody>
          <a:bodyPr lIns="0" tIns="0" rIns="0" bIns="0" anchor="b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69D0CE7-454F-8B45-AFE8-72DC7B79C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400" y="2280904"/>
            <a:ext cx="5712714" cy="1241822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75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77A851-3FA5-3E49-A8C9-477469ED45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2800"/>
          <a:stretch/>
        </p:blipFill>
        <p:spPr>
          <a:xfrm>
            <a:off x="-6724" y="-6724"/>
            <a:ext cx="9180000" cy="51637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10B0C93-FD51-3A4E-857B-7D636927F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00" y="421148"/>
            <a:ext cx="5712714" cy="1790700"/>
          </a:xfrm>
        </p:spPr>
        <p:txBody>
          <a:bodyPr lIns="0" tIns="0" rIns="0" bIns="0" anchor="b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A900B0B-5519-B742-BA4D-9FD1125EA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400" y="2280904"/>
            <a:ext cx="5712714" cy="1241822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690E5-33BD-B648-A36E-4CF380D48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8030" y="4108174"/>
            <a:ext cx="2115970" cy="103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04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0AB93D99-7BA8-A74A-BFBE-AE69998D07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4" y="-6724"/>
            <a:ext cx="9180000" cy="5163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6EF556-0843-9F49-B24F-0155AC1D42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32600" y="2525197"/>
            <a:ext cx="2990851" cy="14633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8A62ABC-8BF6-4141-81B1-2579AA5B2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19306" y="1286908"/>
            <a:ext cx="5968416" cy="994172"/>
          </a:xfrm>
        </p:spPr>
        <p:txBody>
          <a:bodyPr lIns="0" tIns="0" rIns="0" b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26999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7EA13-732C-909C-E077-85B54819EED3}"/>
              </a:ext>
            </a:extLst>
          </p:cNvPr>
          <p:cNvSpPr txBox="1"/>
          <p:nvPr userDrawn="1"/>
        </p:nvSpPr>
        <p:spPr>
          <a:xfrm>
            <a:off x="8040029" y="489910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5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28" r:id="rId2"/>
    <p:sldLayoutId id="2147483704" r:id="rId3"/>
    <p:sldLayoutId id="2147483730" r:id="rId4"/>
    <p:sldLayoutId id="2147483724" r:id="rId5"/>
    <p:sldLayoutId id="2147483732" r:id="rId6"/>
    <p:sldLayoutId id="2147483726" r:id="rId7"/>
    <p:sldLayoutId id="2147483733" r:id="rId8"/>
    <p:sldLayoutId id="2147483731" r:id="rId9"/>
    <p:sldLayoutId id="2147483716" r:id="rId10"/>
    <p:sldLayoutId id="2147483703" r:id="rId11"/>
    <p:sldLayoutId id="2147483729" r:id="rId12"/>
    <p:sldLayoutId id="2147483663" r:id="rId13"/>
    <p:sldLayoutId id="2147483664" r:id="rId14"/>
    <p:sldLayoutId id="2147483667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 spc="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 spc="5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 spc="5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500" kern="1200" spc="5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kern="1200" spc="5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kern="1200" spc="5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3500" b="1">
                <a:solidFill>
                  <a:srgbClr val="000000"/>
                </a:solidFill>
                <a:latin typeface="Aptos Display"/>
              </a:rPr>
              <a:t>Welcome to the</a:t>
            </a:r>
          </a:p>
          <a:p>
            <a:pPr algn="l"/>
            <a:r>
              <a:rPr sz="3500" b="1">
                <a:solidFill>
                  <a:srgbClr val="000000"/>
                </a:solidFill>
                <a:latin typeface="Aptos Display"/>
              </a:rPr>
              <a:t>Wireless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/>
            <a:r>
              <a:rPr sz="1600" b="0">
                <a:solidFill>
                  <a:srgbClr val="5F5F5F"/>
                </a:solidFill>
                <a:latin typeface="Aptos"/>
              </a:rPr>
              <a:t>Day 5: Bluetooth, BLE, and smartphone robot control</a:t>
            </a:r>
          </a:p>
          <a:p>
            <a:pPr algn="l"/>
            <a:r>
              <a:rPr sz="1600" b="0">
                <a:solidFill>
                  <a:srgbClr val="5F5F5F"/>
                </a:solidFill>
                <a:latin typeface="Aptos"/>
              </a:rPr>
              <a:t>RoboLink | Grade 7-8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0" y="4133087"/>
            <a:ext cx="2971800" cy="31089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Phone -&gt; wireless signal -&gt; robot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828800"/>
            <a:ext cx="713232" cy="713232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2112264"/>
            <a:ext cx="56692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780" b="1">
                <a:solidFill>
                  <a:srgbClr val="1166AA"/>
                </a:solidFill>
                <a:latin typeface="Aptos"/>
              </a:defRPr>
            </a:pPr>
            <a: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368" y="2075688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828800"/>
            <a:ext cx="713232" cy="713232"/>
          </a:xfrm>
          <a:prstGeom prst="roundRect">
            <a:avLst/>
          </a:prstGeom>
          <a:solidFill>
            <a:srgbClr val="FBD2D3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112264"/>
            <a:ext cx="56692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780" b="1">
                <a:solidFill>
                  <a:srgbClr val="E91C24"/>
                </a:solidFill>
                <a:latin typeface="Aptos"/>
              </a:defRPr>
            </a:pPr>
            <a:r>
              <a:t>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075688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28800"/>
            <a:ext cx="713232" cy="713232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2112264"/>
            <a:ext cx="566928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780" b="1">
                <a:solidFill>
                  <a:srgbClr val="038044"/>
                </a:solidFill>
                <a:latin typeface="Aptos"/>
              </a:defRPr>
            </a:pPr>
            <a:r>
              <a:t>ROBOT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Today's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08760"/>
            <a:ext cx="16916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0664" y="1664208"/>
            <a:ext cx="265176" cy="265176"/>
          </a:xfrm>
          <a:prstGeom prst="ellipse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21408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78608"/>
            <a:ext cx="1325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150" b="0">
                <a:solidFill>
                  <a:srgbClr val="262626"/>
                </a:solidFill>
                <a:latin typeface="Aptos"/>
              </a:defRPr>
            </a:pPr>
            <a:r>
              <a:t>communication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2" y="1508760"/>
            <a:ext cx="16916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98064" y="1664208"/>
            <a:ext cx="265176" cy="265176"/>
          </a:xfrm>
          <a:prstGeom prst="ellipse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121408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578608"/>
            <a:ext cx="1325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150" b="0">
                <a:solidFill>
                  <a:srgbClr val="262626"/>
                </a:solidFill>
                <a:latin typeface="Aptos"/>
              </a:defRPr>
            </a:pPr>
            <a:r>
              <a:t>Bluetooth and 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1508760"/>
            <a:ext cx="16916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5464" y="1664208"/>
            <a:ext cx="265176" cy="265176"/>
          </a:xfrm>
          <a:prstGeom prst="ellipse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121408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578608"/>
            <a:ext cx="1325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150" b="0">
                <a:solidFill>
                  <a:srgbClr val="262626"/>
                </a:solidFill>
                <a:latin typeface="Aptos"/>
              </a:defRPr>
            </a:pPr>
            <a:r>
              <a:t>HC-05 BLE and AT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93992" y="1508760"/>
            <a:ext cx="16916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12864" y="1664208"/>
            <a:ext cx="265176" cy="265176"/>
          </a:xfrm>
          <a:prstGeom prst="ellipse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121408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Compete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578608"/>
            <a:ext cx="1325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150" b="0">
                <a:solidFill>
                  <a:srgbClr val="262626"/>
                </a:solidFill>
                <a:latin typeface="Aptos"/>
              </a:defRPr>
            </a:pPr>
            <a:r>
              <a:t>today's robot race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4050791"/>
            <a:ext cx="5760720" cy="329184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Big idea: wireless communication is still communication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What Is Communication Engineering?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3703320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7276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Aptos"/>
              </a:defRPr>
            </a:pPr>
            <a:r>
              <a:t>Communication engineers design: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975104"/>
            <a:ext cx="3154680" cy="1783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350">
                <a:solidFill>
                  <a:srgbClr val="262626"/>
                </a:solidFill>
                <a:latin typeface="Aptos"/>
              </a:defRPr>
            </a:pPr>
            <a:r>
              <a:t>- devices that send and receive messages</a:t>
            </a:r>
          </a:p>
          <a:p>
            <a:pPr>
              <a:spcAft>
                <a:spcPts val="200"/>
              </a:spcAft>
              <a:defRPr sz="1350">
                <a:solidFill>
                  <a:srgbClr val="262626"/>
                </a:solidFill>
                <a:latin typeface="Aptos"/>
              </a:defRPr>
            </a:pPr>
            <a:r>
              <a:t>- signals that travel through air, wires, or light</a:t>
            </a:r>
          </a:p>
          <a:p>
            <a:pPr>
              <a:spcAft>
                <a:spcPts val="200"/>
              </a:spcAft>
              <a:defRPr sz="1350">
                <a:solidFill>
                  <a:srgbClr val="262626"/>
                </a:solidFill>
                <a:latin typeface="Aptos"/>
              </a:defRPr>
            </a:pPr>
            <a:r>
              <a:t>- ways to reduce mistakes from noise and interference</a:t>
            </a:r>
          </a:p>
          <a:p>
            <a:pPr>
              <a:spcAft>
                <a:spcPts val="200"/>
              </a:spcAft>
              <a:defRPr sz="1350">
                <a:solidFill>
                  <a:srgbClr val="262626"/>
                </a:solidFill>
                <a:latin typeface="Aptos"/>
              </a:defRPr>
            </a:pPr>
            <a:r>
              <a:t>- rules so devices understand each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98448"/>
            <a:ext cx="3703320" cy="3063240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572768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2029968"/>
            <a:ext cx="2724912" cy="274320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Text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2468880"/>
            <a:ext cx="2724912" cy="274320"/>
          </a:xfrm>
          <a:prstGeom prst="roundRect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Wi-Fi video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0368" y="2907792"/>
            <a:ext cx="2724912" cy="274320"/>
          </a:xfrm>
          <a:prstGeom prst="roundRect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TV remote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3346704"/>
            <a:ext cx="2724912" cy="274320"/>
          </a:xfrm>
          <a:prstGeom prst="roundRect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RoboLink phone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904487"/>
            <a:ext cx="306324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ptos"/>
              </a:defRPr>
            </a:pPr>
            <a:r>
              <a:t>Same job every time: move a message clearly enough that the destination can use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A Basic Communication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1234440" cy="658368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69" b="1">
                <a:solidFill>
                  <a:srgbClr val="000000"/>
                </a:solidFill>
                <a:latin typeface="Aptos"/>
              </a:defRPr>
            </a:pPr>
            <a:r>
              <a:t>Source</a:t>
            </a:r>
            <a:br/>
            <a:r>
              <a:t>message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1810512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1" y="1572768"/>
            <a:ext cx="1234440" cy="658368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69" b="1">
                <a:solidFill>
                  <a:srgbClr val="000000"/>
                </a:solidFill>
                <a:latin typeface="Aptos"/>
              </a:defRPr>
            </a:pPr>
            <a:r>
              <a:t>Transmitter</a:t>
            </a:r>
            <a:br/>
            <a:r>
              <a:t>message -&gt;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810512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1572768"/>
            <a:ext cx="1234440" cy="658368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69" b="1">
                <a:solidFill>
                  <a:srgbClr val="000000"/>
                </a:solidFill>
                <a:latin typeface="Aptos"/>
              </a:defRPr>
            </a:pPr>
            <a:r>
              <a:t>Channel</a:t>
            </a:r>
            <a:br/>
            <a:r>
              <a:t>signal travels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8616" y="1810512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66944" y="1572768"/>
            <a:ext cx="1234440" cy="658368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69" b="1">
                <a:solidFill>
                  <a:srgbClr val="000000"/>
                </a:solidFill>
                <a:latin typeface="Aptos"/>
              </a:defRPr>
            </a:pPr>
            <a:r>
              <a:t>Receiver</a:t>
            </a:r>
            <a:br/>
            <a:r>
              <a:t>detects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810512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572768"/>
            <a:ext cx="1234440" cy="658368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69" b="1">
                <a:solidFill>
                  <a:srgbClr val="000000"/>
                </a:solidFill>
                <a:latin typeface="Aptos"/>
              </a:defRPr>
            </a:pPr>
            <a:r>
              <a:t>Destination</a:t>
            </a:r>
            <a:br/>
            <a:r>
              <a:t>message is 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761488"/>
            <a:ext cx="31546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889504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ptos"/>
              </a:defRPr>
            </a:pPr>
            <a:r>
              <a:t>The channel can change the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246120"/>
            <a:ext cx="2651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80" b="0">
                <a:solidFill>
                  <a:srgbClr val="262626"/>
                </a:solidFill>
                <a:latin typeface="Aptos"/>
              </a:defRPr>
            </a:pPr>
            <a:r>
              <a:t>distance, walls, interference, and noise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160520"/>
            <a:ext cx="5303520" cy="329184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Engineers measure capacity, delay, and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Our Robot Communication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27048"/>
            <a:ext cx="1024128" cy="713232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Phone app</a:t>
            </a:r>
            <a:br/>
            <a:r>
              <a:t>command 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1783080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527048"/>
            <a:ext cx="1024128" cy="713232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BLE radio</a:t>
            </a:r>
            <a:br/>
            <a:r>
              <a:t>wireless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8063" y="1783080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5536" y="1527048"/>
            <a:ext cx="1024128" cy="713232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HC-05 BLE</a:t>
            </a:r>
            <a:br/>
            <a:r>
              <a:t>receives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1783080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527048"/>
            <a:ext cx="102412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UART wires</a:t>
            </a:r>
            <a:br/>
            <a:r>
              <a:t>TXD/RXD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83080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527048"/>
            <a:ext cx="1024128" cy="713232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Arduino</a:t>
            </a:r>
            <a:br/>
            <a:r>
              <a:t>chooses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783080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27048"/>
            <a:ext cx="1024128" cy="713232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819" b="1">
                <a:solidFill>
                  <a:srgbClr val="000000"/>
                </a:solidFill>
                <a:latin typeface="Aptos"/>
              </a:defRPr>
            </a:pPr>
            <a:r>
              <a:t>Motors</a:t>
            </a:r>
            <a:br/>
            <a:r>
              <a:t>robot moves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71800"/>
            <a:ext cx="3291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27248"/>
            <a:ext cx="2834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50" b="1">
                <a:solidFill>
                  <a:srgbClr val="000000"/>
                </a:solidFill>
                <a:latin typeface="Aptos"/>
              </a:defRPr>
            </a:pPr>
            <a:r>
              <a:t>Command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29584"/>
            <a:ext cx="297180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250" b="1">
                <a:solidFill>
                  <a:srgbClr val="262626"/>
                </a:solidFill>
                <a:latin typeface="Aptos"/>
              </a:defRPr>
            </a:pPr>
            <a:r>
              <a:t>1 = Stop   2 = Forward   3 = Backward</a:t>
            </a:r>
            <a:br/>
            <a:r>
              <a:t>4 = Left   5 = 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971800"/>
            <a:ext cx="3703320" cy="1143000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127248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50" b="1">
                <a:solidFill>
                  <a:srgbClr val="000000"/>
                </a:solidFill>
                <a:latin typeface="Aptos"/>
              </a:defRPr>
            </a:pPr>
            <a:r>
              <a:t>Lab connection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474720"/>
            <a:ext cx="30632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80" b="0">
                <a:solidFill>
                  <a:srgbClr val="262626"/>
                </a:solidFill>
                <a:latin typeface="Aptos"/>
              </a:defRPr>
            </a:pPr>
            <a:r>
              <a:t>Module TXD -&gt; Arduino D10</a:t>
            </a:r>
            <a:br/>
            <a:r>
              <a:t>Arduino D11 -&gt; module RXD through a voltage divider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What Is Bluetooth?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8862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337560" cy="2423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262626"/>
                </a:solidFill>
                <a:latin typeface="Aptos"/>
              </a:defRPr>
            </a:pPr>
            <a:r>
              <a:t>- uses radio waves instead of wires</a:t>
            </a:r>
          </a:p>
          <a:p>
            <a:pPr>
              <a:spcAft>
                <a:spcPts val="200"/>
              </a:spcAft>
              <a:defRPr sz="1280">
                <a:solidFill>
                  <a:srgbClr val="262626"/>
                </a:solidFill>
                <a:latin typeface="Aptos"/>
              </a:defRPr>
            </a:pPr>
            <a:r>
              <a:t>- works over short distances, usually across a room</a:t>
            </a:r>
          </a:p>
          <a:p>
            <a:pPr>
              <a:spcAft>
                <a:spcPts val="200"/>
              </a:spcAft>
              <a:defRPr sz="1280">
                <a:solidFill>
                  <a:srgbClr val="262626"/>
                </a:solidFill>
                <a:latin typeface="Aptos"/>
              </a:defRPr>
            </a:pPr>
            <a:r>
              <a:t>- uses the 2.4 GHz radio band</a:t>
            </a:r>
          </a:p>
          <a:p>
            <a:pPr>
              <a:spcAft>
                <a:spcPts val="200"/>
              </a:spcAft>
              <a:defRPr sz="1280">
                <a:solidFill>
                  <a:srgbClr val="262626"/>
                </a:solidFill>
                <a:latin typeface="Aptos"/>
              </a:defRPr>
            </a:pPr>
            <a:r>
              <a:t>- sends data in small packets using agreed rules</a:t>
            </a:r>
          </a:p>
          <a:p>
            <a:pPr>
              <a:spcAft>
                <a:spcPts val="200"/>
              </a:spcAft>
              <a:defRPr sz="1280">
                <a:solidFill>
                  <a:srgbClr val="262626"/>
                </a:solidFill>
                <a:latin typeface="Aptos"/>
              </a:defRPr>
            </a:pPr>
            <a:r>
              <a:t>- connects phones, headphones, keyboards, sensors, and robots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98448"/>
            <a:ext cx="2788920" cy="2788920"/>
          </a:xfrm>
          <a:prstGeom prst="roundRect">
            <a:avLst/>
          </a:prstGeom>
          <a:solidFill>
            <a:srgbClr val="FBD2D3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847088"/>
            <a:ext cx="22402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400" b="1">
                <a:solidFill>
                  <a:srgbClr val="E91C24"/>
                </a:solidFill>
                <a:latin typeface="Aptos"/>
              </a:defRPr>
            </a:pPr>
            <a:r>
              <a:t>Bluetooth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487168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short-range</a:t>
            </a:r>
            <a:br/>
            <a:r>
              <a:t>wireless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703320"/>
            <a:ext cx="242316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Aptos"/>
              </a:defRPr>
            </a:pPr>
            <a:r>
              <a:t>Bluetooth is not the internet. It is the short wireless link between nearby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Why Is It Called Bluetooth?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b="0">
                <a:solidFill>
                  <a:srgbClr val="5F5F5F"/>
                </a:solidFill>
                <a:latin typeface="Aptos"/>
              </a:rPr>
              <a:t>The name comes from a real historical king, not from a blue phone icon.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25296"/>
            <a:ext cx="3794760" cy="3218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ptos"/>
              </a:defRPr>
            </a:pPr>
            <a:r>
              <a:t>Harald "Bluetooth" Gormsson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46120" cy="17556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70">
                <a:solidFill>
                  <a:srgbClr val="262626"/>
                </a:solidFill>
                <a:latin typeface="Aptos"/>
              </a:defRPr>
            </a:pPr>
            <a:r>
              <a:t>- King of Denmark and Norway more than 1,000 years ago</a:t>
            </a:r>
          </a:p>
          <a:p>
            <a:pPr>
              <a:spcAft>
                <a:spcPts val="200"/>
              </a:spcAft>
              <a:defRPr sz="1270">
                <a:solidFill>
                  <a:srgbClr val="262626"/>
                </a:solidFill>
                <a:latin typeface="Aptos"/>
              </a:defRPr>
            </a:pPr>
            <a:r>
              <a:t>- remembered for uniting groups of people</a:t>
            </a:r>
          </a:p>
          <a:p>
            <a:pPr>
              <a:spcAft>
                <a:spcPts val="200"/>
              </a:spcAft>
              <a:defRPr sz="1270">
                <a:solidFill>
                  <a:srgbClr val="262626"/>
                </a:solidFill>
                <a:latin typeface="Aptos"/>
              </a:defRPr>
            </a:pPr>
            <a:r>
              <a:t>- engineers wanted their radio link to unite different devices</a:t>
            </a:r>
          </a:p>
          <a:p>
            <a:pPr>
              <a:spcAft>
                <a:spcPts val="200"/>
              </a:spcAft>
              <a:defRPr sz="1270">
                <a:solidFill>
                  <a:srgbClr val="262626"/>
                </a:solidFill>
                <a:latin typeface="Aptos"/>
              </a:defRPr>
            </a:pPr>
            <a:r>
              <a:t>- the name started as a code name and stayed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225296"/>
            <a:ext cx="3611880" cy="3218688"/>
          </a:xfrm>
          <a:prstGeom prst="roundRect">
            <a:avLst/>
          </a:prstGeom>
          <a:solidFill>
            <a:srgbClr val="FBD2D3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645920"/>
            <a:ext cx="178308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600" b="1">
                <a:solidFill>
                  <a:srgbClr val="E91C24"/>
                </a:solidFill>
                <a:latin typeface="Aptos"/>
              </a:defRPr>
            </a:pPr>
            <a:r>
              <a:t>H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880360"/>
            <a:ext cx="29718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220" b="1">
                <a:solidFill>
                  <a:srgbClr val="000000"/>
                </a:solidFill>
                <a:latin typeface="Aptos"/>
              </a:defRPr>
            </a:pPr>
            <a:r>
              <a:t>The logo combines old runic letters for H and 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3419856"/>
            <a:ext cx="17830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50" b="0">
                <a:solidFill>
                  <a:srgbClr val="262626"/>
                </a:solidFill>
                <a:latin typeface="Aptos"/>
              </a:defRPr>
            </a:pPr>
            <a:r>
              <a:t>H = Harald</a:t>
            </a:r>
            <a:br/>
            <a:r>
              <a:t>B = Bluetooth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Two Bluetooth Paths: SPP and 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7033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46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SPP: Serial Port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108960" cy="8412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acts like a wireless serial cable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common in older Bluetooth Classic robot projects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sends a stream of bytes after pairing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71216"/>
            <a:ext cx="3246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BLE: Bluetooth Low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36976"/>
            <a:ext cx="3108960" cy="8412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designed for low-power devices and sensors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uses services and characteristics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good for short robot control 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34440"/>
            <a:ext cx="3886200" cy="3246120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1874519"/>
            <a:ext cx="12344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900" b="1">
                <a:solidFill>
                  <a:srgbClr val="000000"/>
                </a:solidFill>
                <a:latin typeface="Aptos"/>
              </a:defRPr>
            </a:pPr>
            <a:r>
              <a:t>Classic Bluetooth</a:t>
            </a:r>
            <a:br/>
            <a:r>
              <a:t>SPP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39696"/>
            <a:ext cx="2926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874519"/>
            <a:ext cx="1234440" cy="713232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defRPr sz="900" b="1">
                <a:solidFill>
                  <a:srgbClr val="000000"/>
                </a:solidFill>
                <a:latin typeface="Aptos"/>
              </a:defRPr>
            </a:pPr>
            <a:r>
              <a:t>BLE</a:t>
            </a:r>
            <a:br/>
            <a:r>
              <a:t>services + bytes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40480"/>
            <a:ext cx="2971800" cy="274320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Our classroom module and app use 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SPP: A Wireless Serial Cable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b="0">
                <a:solidFill>
                  <a:srgbClr val="5F5F5F"/>
                </a:solidFill>
                <a:latin typeface="Aptos"/>
              </a:rPr>
              <a:t>SPP is the style many classic HC-05 tutorials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703320" cy="3218688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546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ptos"/>
              </a:defRPr>
            </a:pPr>
            <a:r>
              <a:t>Easy mental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6324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200" b="1">
                <a:solidFill>
                  <a:srgbClr val="E91C24"/>
                </a:solidFill>
                <a:latin typeface="Aptos"/>
              </a:defRPr>
            </a:pPr>
            <a:r>
              <a:t>USB serial cable</a:t>
            </a:r>
            <a:br/>
            <a:r>
              <a:t>without the 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2971800" cy="8229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Arduino sends and receives characters</a:t>
            </a:r>
          </a:p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phone app opens a serial connection</a:t>
            </a:r>
          </a:p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good for simple terminal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234440"/>
            <a:ext cx="3611880" cy="3218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508760"/>
            <a:ext cx="30632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ptos"/>
              </a:defRPr>
            </a:pPr>
            <a:r>
              <a:t>Important for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2971800" cy="1463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Standard HC-05 modules are usually Bluetooth Classic SPP modules.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Our classroom board is an HC-05-style BLE edition.</a:t>
            </a:r>
          </a:p>
          <a:p>
            <a:pPr>
              <a:spcAft>
                <a:spcPts val="200"/>
              </a:spcAft>
              <a:defRPr sz="1160">
                <a:solidFill>
                  <a:srgbClr val="262626"/>
                </a:solidFill>
                <a:latin typeface="Aptos"/>
              </a:defRPr>
            </a:pPr>
            <a:r>
              <a:t>- When online tutorials disagree with the lab sheet, follow the lab sheet.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6672" y="3913632"/>
            <a:ext cx="2359152" cy="2743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SPP = Serial Port 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BLE: Bluetooth Low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977639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3474720" cy="23317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devices can advertise: "I am here"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a phone can scan and connect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data is organized into services and characteristics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great for sensors, beacons, fitness bands, and robot commands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uses less energy than keeping a large data stream open all the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234440"/>
            <a:ext cx="3337560" cy="3246120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536192"/>
            <a:ext cx="2788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50" b="1">
                <a:solidFill>
                  <a:srgbClr val="000000"/>
                </a:solidFill>
                <a:latin typeface="Aptos"/>
              </a:defRPr>
            </a:pPr>
            <a:r>
              <a:t>Our BLE command idea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1965960"/>
            <a:ext cx="256032" cy="256032"/>
          </a:xfrm>
          <a:prstGeom prst="ellipse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993391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1">
                <a:solidFill>
                  <a:srgbClr val="262626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2313432"/>
            <a:ext cx="256032" cy="256032"/>
          </a:xfrm>
          <a:prstGeom prst="ellipse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340863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1">
                <a:solidFill>
                  <a:srgbClr val="262626"/>
                </a:solidFill>
                <a:latin typeface="Aptos"/>
              </a:defRPr>
            </a:pPr>
            <a:r>
              <a:t>Forward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2660904"/>
            <a:ext cx="256032" cy="256032"/>
          </a:xfrm>
          <a:prstGeom prst="ellipse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688336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1">
                <a:solidFill>
                  <a:srgbClr val="262626"/>
                </a:solidFill>
                <a:latin typeface="Aptos"/>
              </a:defRPr>
            </a:pPr>
            <a:r>
              <a:t>Backward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0" y="3008376"/>
            <a:ext cx="256032" cy="256032"/>
          </a:xfrm>
          <a:prstGeom prst="ellipse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035808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1">
                <a:solidFill>
                  <a:srgbClr val="262626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3355848"/>
            <a:ext cx="256032" cy="256032"/>
          </a:xfrm>
          <a:prstGeom prst="ellipse">
            <a:avLst/>
          </a:prstGeom>
          <a:solidFill>
            <a:srgbClr val="003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383279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1">
                <a:solidFill>
                  <a:srgbClr val="262626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913632"/>
            <a:ext cx="26974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Aptos"/>
              </a:defRPr>
            </a:pPr>
            <a:r>
              <a:t>The app sends one byte.</a:t>
            </a:r>
            <a:br/>
            <a:r>
              <a:t>The Arduino decides what the byte means.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Meet the HC-05 BLE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70432"/>
            <a:ext cx="333756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1828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3000" b="1">
                <a:solidFill>
                  <a:srgbClr val="E91C24"/>
                </a:solidFill>
                <a:latin typeface="Aptos"/>
              </a:defRPr>
            </a:pPr>
            <a:r>
              <a:t>HC-05</a:t>
            </a:r>
            <a:br/>
            <a:r>
              <a:t>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242316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ptos"/>
              </a:defRPr>
            </a:pPr>
            <a:r>
              <a:t>TXD  RXD  VCC  GND</a:t>
            </a:r>
            <a:br/>
            <a:r>
              <a:t>KEY/EN for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3959352"/>
            <a:ext cx="2697480" cy="256032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HC-05-style BLE edition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170432"/>
            <a:ext cx="3749039" cy="3291840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444752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901952"/>
            <a:ext cx="3154680" cy="1600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receives a Bluetooth/BLE radio signal from the phone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turns wireless data into UART serial data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sends bytes to Arduino through TXD and RXD pins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lets the robot be controlled without USB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3822191"/>
            <a:ext cx="1783080" cy="246888"/>
          </a:xfrm>
          <a:prstGeom prst="roundRect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Normal race mode = data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822191"/>
            <a:ext cx="1143000" cy="246888"/>
          </a:xfrm>
          <a:prstGeom prst="roundRect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Setup = AT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HC-05 Specs to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868680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868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50" b="1">
                <a:solidFill>
                  <a:srgbClr val="000000"/>
                </a:solidFill>
                <a:latin typeface="Aptos"/>
              </a:defRPr>
            </a:pPr>
            <a:r>
              <a:t>Radio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527048"/>
            <a:ext cx="201168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0">
                <a:solidFill>
                  <a:srgbClr val="262626"/>
                </a:solidFill>
                <a:latin typeface="Aptos"/>
              </a:defRPr>
            </a:pPr>
            <a:r>
              <a:t>2.4 GHz Bluetooth radio</a:t>
            </a:r>
            <a:br/>
            <a:r>
              <a:t>with built-in antenna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371600"/>
            <a:ext cx="3429000" cy="868680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65192" y="1508760"/>
            <a:ext cx="868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50" b="1">
                <a:solidFill>
                  <a:srgbClr val="000000"/>
                </a:solidFill>
                <a:latin typeface="Aptos"/>
              </a:defRPr>
            </a:pPr>
            <a:r>
              <a:t>Serial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1527048"/>
            <a:ext cx="201168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0">
                <a:solidFill>
                  <a:srgbClr val="262626"/>
                </a:solidFill>
                <a:latin typeface="Aptos"/>
              </a:defRPr>
            </a:pPr>
            <a:r>
              <a:t>UART TXD/RXD pins</a:t>
            </a:r>
            <a:br/>
            <a:r>
              <a:t>Lab baud: 9600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3429000" cy="868680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43200"/>
            <a:ext cx="868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50" b="1">
                <a:solidFill>
                  <a:srgbClr val="000000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2761488"/>
            <a:ext cx="201168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0">
                <a:solidFill>
                  <a:srgbClr val="262626"/>
                </a:solidFill>
                <a:latin typeface="Aptos"/>
              </a:defRPr>
            </a:pPr>
            <a:r>
              <a:t>Protect module RXD</a:t>
            </a:r>
            <a:br/>
            <a:r>
              <a:t>with a voltage divider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606040"/>
            <a:ext cx="3429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2743200"/>
            <a:ext cx="868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50" b="1">
                <a:solidFill>
                  <a:srgbClr val="000000"/>
                </a:solidFill>
                <a:latin typeface="Aptos"/>
              </a:defRPr>
            </a:pPr>
            <a:r>
              <a:t>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761488"/>
            <a:ext cx="201168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0">
                <a:solidFill>
                  <a:srgbClr val="262626"/>
                </a:solidFill>
                <a:latin typeface="Aptos"/>
              </a:defRPr>
            </a:pPr>
            <a:r>
              <a:t>Normal data mode</a:t>
            </a:r>
            <a:br/>
            <a:r>
              <a:t>and AT command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9663"/>
            <a:ext cx="7406640" cy="43891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Common classic HC-05 datasheets list Bluetooth v2.0+EDR, SPP, 3 Mbps modulation, typical -80 dBm sensitivity, and up to +4 dBm transmit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Master and Slave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b="0">
                <a:solidFill>
                  <a:srgbClr val="5F5F5F"/>
                </a:solidFill>
                <a:latin typeface="Aptos"/>
              </a:rPr>
              <a:t>These words describe who starts and controls a Bluetooth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703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15468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Classic Bluetooth wording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63240" cy="1417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Master starts or controls the connection.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Slave waits to be found and connected.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Many HC-05 AT commands use ROLE=1 for master and ROLE=0 for slave.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3803904"/>
            <a:ext cx="2148840" cy="310896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Master -&gt; Slave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234440"/>
            <a:ext cx="3611880" cy="3200400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99616"/>
            <a:ext cx="306324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Newer BLE wording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65960"/>
            <a:ext cx="2971800" cy="1417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Central usually scans and connects. The phone is often central.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Peripheral advertises and waits. The robot module is often peripheral.</a:t>
            </a:r>
          </a:p>
          <a:p>
            <a:pPr>
              <a:spcAft>
                <a:spcPts val="200"/>
              </a:spcAft>
              <a:defRPr sz="1220">
                <a:solidFill>
                  <a:srgbClr val="262626"/>
                </a:solidFill>
                <a:latin typeface="Aptos"/>
              </a:defRPr>
            </a:pPr>
            <a:r>
              <a:t>- Same idea, more modern terms.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3803904"/>
            <a:ext cx="2743200" cy="310896"/>
          </a:xfrm>
          <a:prstGeom prst="roundRect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Phone central -&gt; module peripheral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What Is AT Mode?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703320" cy="3218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3154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In normal data mode: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17520" cy="8229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phone commands go straight to the Arduino</a:t>
            </a:r>
          </a:p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the robot can drive</a:t>
            </a:r>
          </a:p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the module acts like a wireless 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3154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In AT mode: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301752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the module listens for text commands that begin with AT</a:t>
            </a:r>
          </a:p>
          <a:p>
            <a:pPr>
              <a:spcAft>
                <a:spcPts val="200"/>
              </a:spcAft>
              <a:defRPr sz="1180">
                <a:solidFill>
                  <a:srgbClr val="262626"/>
                </a:solidFill>
                <a:latin typeface="Aptos"/>
              </a:defRPr>
            </a:pPr>
            <a:r>
              <a:t>- we can read or change module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34440"/>
            <a:ext cx="3749039" cy="3218688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481328"/>
            <a:ext cx="320040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50" b="1">
                <a:solidFill>
                  <a:srgbClr val="000000"/>
                </a:solidFill>
                <a:latin typeface="Aptos"/>
              </a:defRPr>
            </a:pPr>
            <a:r>
              <a:t>Useful AT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9472" y="1865376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883664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Are you alive? -&gt; 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2176272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AT+VERSION?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194560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Firmware 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9472" y="2487168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AT+NAME?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505456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Module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9472" y="2798064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AT+ADDR?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16352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Bluetooth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472" y="3108960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AT+ROLE?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3127248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Master/slave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9472" y="3419856"/>
            <a:ext cx="114300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760" b="1">
                <a:solidFill>
                  <a:srgbClr val="FFFFFF"/>
                </a:solidFill>
                <a:latin typeface="Aptos"/>
              </a:defRPr>
            </a:pPr>
            <a:r>
              <a:t>AT+UART?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438144"/>
            <a:ext cx="17830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0">
                <a:solidFill>
                  <a:srgbClr val="262626"/>
                </a:solidFill>
                <a:latin typeface="Aptos"/>
              </a:defRPr>
            </a:pPr>
            <a:r>
              <a:t>Serial baud settings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How to Access AT Mode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143000"/>
            <a:ext cx="256032" cy="256032"/>
          </a:xfrm>
          <a:prstGeom prst="ellipse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70432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Disconnect the phone/app from the module.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1572768"/>
            <a:ext cx="256032" cy="256032"/>
          </a:xfrm>
          <a:prstGeom prst="ellipse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Power off the module or Arduino.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002536"/>
            <a:ext cx="256032" cy="256032"/>
          </a:xfrm>
          <a:prstGeom prst="ellipse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29967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Hold the KEY/EN button, or connect KEY/PIO11 high as your board requires.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432304"/>
            <a:ext cx="256032" cy="256032"/>
          </a:xfrm>
          <a:prstGeom prst="ellipse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9736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Power on while KEY/EN is active. A slow LED blink usually means command mode.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2862072"/>
            <a:ext cx="256032" cy="256032"/>
          </a:xfrm>
          <a:prstGeom prst="ellipse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89503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Connect TX/RX through a USB-serial adapter or an Arduino pass-through sketch.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291839"/>
            <a:ext cx="256032" cy="256032"/>
          </a:xfrm>
          <a:prstGeom prst="ellipse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19271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Open Serial Monitor at the AT baud rate, often 38400 or 9600, with Both NL &amp; CR.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3721608"/>
            <a:ext cx="256032" cy="256032"/>
          </a:xfrm>
          <a:prstGeom prst="ellipse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49040"/>
            <a:ext cx="7086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70" b="0">
                <a:solidFill>
                  <a:srgbClr val="262626"/>
                </a:solidFill>
                <a:latin typeface="Aptos"/>
              </a:defRPr>
            </a:pPr>
            <a:r>
              <a:t>Send AT. If the module replies OK, you are in AT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389120"/>
            <a:ext cx="6537960" cy="256032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Safety: do not send Arduino 5V directly into a 3.3V logic RXD/KEY pin.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Lab Path: Test First, Then Drive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b="0">
                <a:solidFill>
                  <a:srgbClr val="5F5F5F"/>
                </a:solidFill>
                <a:latin typeface="Aptos"/>
              </a:rPr>
              <a:t>A robot race is easier when the communication link is already proven.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703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15468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Part 1: Wireless command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17520" cy="1280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phone sends one command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module passes it to Arduino D10/D11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Arduino prints it in Serial Monitor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built-in LED turns on/off as a quick 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94760"/>
            <a:ext cx="2926080" cy="283464"/>
          </a:xfrm>
          <a:prstGeom prst="roundRect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Goal: prove wireless messages arrive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234440"/>
            <a:ext cx="3611880" cy="3200400"/>
          </a:xfrm>
          <a:prstGeom prst="roundRect">
            <a:avLst/>
          </a:prstGeom>
          <a:solidFill>
            <a:srgbClr val="FFF7DD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99616"/>
            <a:ext cx="306324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ptos"/>
              </a:defRPr>
            </a:pPr>
            <a:r>
              <a:t>Part 2: RoboLink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65960"/>
            <a:ext cx="2971800" cy="1280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same commands now control the L9110 motor driver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TouchDown sends movement command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TouchUp sends 1 so the robot stops</a:t>
            </a:r>
          </a:p>
          <a:p>
            <a:pPr>
              <a:spcAft>
                <a:spcPts val="200"/>
              </a:spcAft>
              <a:defRPr sz="1210">
                <a:solidFill>
                  <a:srgbClr val="262626"/>
                </a:solidFill>
                <a:latin typeface="Aptos"/>
              </a:defRPr>
            </a:pPr>
            <a:r>
              <a:t>- motor speed can be tuned if the robot drifts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794760"/>
            <a:ext cx="2606040" cy="283464"/>
          </a:xfrm>
          <a:prstGeom prst="roundRect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Goal: control motion safely and reliably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Robot Race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703320" cy="3200400"/>
          </a:xfrm>
          <a:prstGeom prst="roundRect">
            <a:avLst/>
          </a:prstGeom>
          <a:solidFill>
            <a:srgbClr val="E7F1FA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546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Aptos"/>
              </a:defRPr>
            </a:pPr>
            <a:r>
              <a:t>Race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063240" cy="1417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- connect the phone to your team robot</a:t>
            </a:r>
          </a:p>
          <a:p>
            <a:pPr>
              <a:spcAft>
                <a:spcPts val="20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- drive through the course without touching the robot</a:t>
            </a:r>
          </a:p>
          <a:p>
            <a:pPr>
              <a:spcAft>
                <a:spcPts val="20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- use controlled moves, not full-speed guessing</a:t>
            </a:r>
          </a:p>
          <a:p>
            <a:pPr>
              <a:spcAft>
                <a:spcPts val="20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- fastest clean run advances in the cup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34440"/>
            <a:ext cx="3703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508760"/>
            <a:ext cx="31546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Aptos"/>
              </a:defRPr>
            </a:pPr>
            <a:r>
              <a:t>Race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38528"/>
            <a:ext cx="3063240" cy="1600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- one driver at a time</a:t>
            </a:r>
          </a:p>
          <a:p>
            <a:pPr>
              <a:spcAft>
                <a:spcPts val="20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- hands off the robot during the run</a:t>
            </a:r>
          </a:p>
          <a:p>
            <a:pPr>
              <a:spcAft>
                <a:spcPts val="20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- reset only from the start line</a:t>
            </a:r>
          </a:p>
          <a:p>
            <a:pPr>
              <a:spcAft>
                <a:spcPts val="20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- if Bluetooth disconnects, stop and reconnect before retrying</a:t>
            </a:r>
          </a:p>
          <a:p>
            <a:pPr>
              <a:spcAft>
                <a:spcPts val="20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- respect other teams' space and wiring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24528"/>
            <a:ext cx="5440680" cy="31089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130" b="1">
                <a:solidFill>
                  <a:srgbClr val="FFFFFF"/>
                </a:solidFill>
                <a:latin typeface="Aptos"/>
              </a:defRPr>
            </a:pPr>
            <a:r>
              <a:t>Engineering target: reliable control beats random speed.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7-Group Race Cup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7086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85800"/>
                <a:gridCol w="1920240"/>
                <a:gridCol w="1920240"/>
                <a:gridCol w="1463040"/>
              </a:tblGrid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Match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Team 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Team B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Winner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Round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Round 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3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Round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Bye</a:t>
                      </a:r>
                    </a:p>
                  </a:txBody>
                  <a:tcPr anchor="ctr">
                    <a:solidFill>
                      <a:srgbClr val="E7F6EE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E7F6EE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7</a:t>
                      </a:r>
                    </a:p>
                  </a:txBody>
                  <a:tcPr anchor="ctr">
                    <a:solidFill>
                      <a:srgbClr val="E7F6EE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Advances</a:t>
                      </a:r>
                    </a:p>
                  </a:txBody>
                  <a:tcPr anchor="ctr">
                    <a:solidFill>
                      <a:srgbClr val="E7F6EE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Group 7</a:t>
                      </a:r>
                    </a:p>
                  </a:txBody>
                  <a:tcPr anchor="ctr">
                    <a:solidFill>
                      <a:srgbClr val="E7F6EE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Semifinal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SF1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Semifinal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SF2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C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Group 7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Final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SF1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SF2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</a:tr>
              <a:tr h="329184"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1">
                          <a:solidFill>
                            <a:srgbClr val="262626"/>
                          </a:solidFill>
                          <a:latin typeface="Aptos"/>
                        </a:rPr>
                        <a:t>Champion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  <a:r>
                        <a:rPr sz="869" b="0">
                          <a:solidFill>
                            <a:srgbClr val="262626"/>
                          </a:solidFill>
                          <a:latin typeface="Aptos"/>
                        </a:rPr>
                        <a:t>Winner F</a:t>
                      </a:r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  <a:tc>
                  <a:txBody>
                    <a:bodyPr wrap="square" lIns="27432" rIns="27432" tIns="9144" bIns="9144"/>
                    <a:lstStyle/>
                    <a:p>
                      <a:pPr algn="ctr"/>
                    </a:p>
                  </a:txBody>
                  <a:tcPr anchor="ctr">
                    <a:solidFill>
                      <a:srgbClr val="FBD2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07992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930" b="0">
                <a:solidFill>
                  <a:srgbClr val="5F5F5F"/>
                </a:solidFill>
                <a:latin typeface="Aptos"/>
              </a:defRPr>
            </a:pPr>
            <a:r>
              <a:t>Option: draw group numbers randomly before the race if you want fair seeding.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61872"/>
            <a:ext cx="7406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1371600"/>
            <a:ext cx="246888" cy="246888"/>
          </a:xfrm>
          <a:prstGeom prst="ellipse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99031"/>
            <a:ext cx="62179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1">
                <a:solidFill>
                  <a:srgbClr val="262626"/>
                </a:solidFill>
                <a:latin typeface="Aptos"/>
              </a:defRPr>
            </a:pPr>
            <a:r>
              <a:t>In our robot system, what is the source and what is the destination?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39"/>
            <a:ext cx="7406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029967"/>
            <a:ext cx="246888" cy="246888"/>
          </a:xfrm>
          <a:prstGeom prst="ellipse">
            <a:avLst/>
          </a:prstGeom>
          <a:solidFill>
            <a:srgbClr val="11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399"/>
            <a:ext cx="62179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1">
                <a:solidFill>
                  <a:srgbClr val="262626"/>
                </a:solidFill>
                <a:latin typeface="Aptos"/>
              </a:defRPr>
            </a:pPr>
            <a:r>
              <a:t>What part of the system is the channel?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78608"/>
            <a:ext cx="7406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88336"/>
            <a:ext cx="246888" cy="246888"/>
          </a:xfrm>
          <a:prstGeom prst="ellipse">
            <a:avLst/>
          </a:prstGeom>
          <a:solidFill>
            <a:srgbClr val="03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15768"/>
            <a:ext cx="62179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1">
                <a:solidFill>
                  <a:srgbClr val="262626"/>
                </a:solidFill>
                <a:latin typeface="Aptos"/>
              </a:defRPr>
            </a:pPr>
            <a:r>
              <a:t>How is BLE different from SPP?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36976"/>
            <a:ext cx="7406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346704"/>
            <a:ext cx="246888" cy="246888"/>
          </a:xfrm>
          <a:prstGeom prst="ellipse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74136"/>
            <a:ext cx="62179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80" b="1">
                <a:solidFill>
                  <a:srgbClr val="262626"/>
                </a:solidFill>
                <a:latin typeface="Aptos"/>
              </a:defRPr>
            </a:pPr>
            <a:r>
              <a:t>What does AT mode let us check or change?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224528"/>
            <a:ext cx="6766560" cy="2926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One-sentence summary: Wireless control works when every part of the communication chain works.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ptos Display"/>
              </a:rPr>
              <a:t>Instructor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800100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7406640" cy="2514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Bluetooth name origin: https://www.bluetooth.com/about-us/bluetooth-origin/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Bluetooth LE primer: https://www.bluetooth.com/bluetooth-le-primer/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Bluetooth Serial Port Profile page: https://www.bluetooth.com/specifications/specs/spp-1-2-html/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SPP definition reference: https://community.infineon.com/t5/Knowledge-Base-Articles/FAQs-on-Bluetooth-Serial-Port-Profile-SPP/ta-p/915028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HC-05 datasheet copy: https://components101.com/sites/default/files/component_datasheet/HC-05%20Datasheet.pdf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Local Day 5 labs: Lab5_Part1_Wireless_World.ino and Lab5_Part2_RoboLink.ino</a:t>
            </a:r>
          </a:p>
          <a:p>
            <a:pPr>
              <a:spcAft>
                <a:spcPts val="200"/>
              </a:spcAft>
              <a:defRPr sz="880">
                <a:solidFill>
                  <a:srgbClr val="262626"/>
                </a:solidFill>
                <a:latin typeface="Aptos"/>
              </a:defRPr>
            </a:pPr>
            <a:r>
              <a:t>- Local AT sketch: Labs/AT_test/AT_test.ino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60520"/>
            <a:ext cx="7269480" cy="274320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Instructor note: standard HC-05 modules are usually Classic/SPP; this course uses an HC-05-style BLE edition.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800" b="1">
                <a:solidFill>
                  <a:srgbClr val="000000"/>
                </a:solidFill>
                <a:latin typeface="Aptos Display"/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360" y="2743200"/>
            <a:ext cx="3383280" cy="329184"/>
          </a:xfrm>
          <a:prstGeom prst="roundRect">
            <a:avLst/>
          </a:prstGeom>
          <a:solidFill>
            <a:srgbClr val="E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Good luck in the RoboLink 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letonU">
  <a:themeElements>
    <a:clrScheme name="Carleton Colours">
      <a:dk1>
        <a:srgbClr val="000000"/>
      </a:dk1>
      <a:lt1>
        <a:srgbClr val="FFFFFF"/>
      </a:lt1>
      <a:dk2>
        <a:srgbClr val="414141"/>
      </a:dk2>
      <a:lt2>
        <a:srgbClr val="E7E6E6"/>
      </a:lt2>
      <a:accent1>
        <a:srgbClr val="E91C24"/>
      </a:accent1>
      <a:accent2>
        <a:srgbClr val="A0A0A0"/>
      </a:accent2>
      <a:accent3>
        <a:srgbClr val="FBD2D3"/>
      </a:accent3>
      <a:accent4>
        <a:srgbClr val="D5D5D5"/>
      </a:accent4>
      <a:accent5>
        <a:srgbClr val="038044"/>
      </a:accent5>
      <a:accent6>
        <a:srgbClr val="1166AA"/>
      </a:accent6>
      <a:hlink>
        <a:srgbClr val="003C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arletonU" id="{2B00C0B3-2EC4-284A-93CF-30C37DD62F9A}" vid="{D942AECA-9F62-C94E-A636-2FCF88DB33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66EB76829D34FB3B76BCAC7DC632F" ma:contentTypeVersion="21" ma:contentTypeDescription="Create a new document." ma:contentTypeScope="" ma:versionID="965be720e78e48f1424de9f2047e03ec">
  <xsd:schema xmlns:xsd="http://www.w3.org/2001/XMLSchema" xmlns:xs="http://www.w3.org/2001/XMLSchema" xmlns:p="http://schemas.microsoft.com/office/2006/metadata/properties" xmlns:ns2="e7b193ac-ea41-4509-9747-953194e6ef68" xmlns:ns3="d3179429-d478-498a-b939-9081b8144ee9" targetNamespace="http://schemas.microsoft.com/office/2006/metadata/properties" ma:root="true" ma:fieldsID="1209802ecb59a505551c3ba8b96e6907" ns2:_="" ns3:_="">
    <xsd:import namespace="e7b193ac-ea41-4509-9747-953194e6ef68"/>
    <xsd:import namespace="d3179429-d478-498a-b939-9081b8144e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Photographer" minOccurs="0"/>
                <xsd:element ref="ns2:Sourc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b193ac-ea41-4509-9747-953194e6e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f643bf9-c92d-4565-8aae-71318312e3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hotographer" ma:index="26" nillable="true" ma:displayName="Photographer" ma:format="Dropdown" ma:internalName="Photographer">
      <xsd:simpleType>
        <xsd:restriction base="dms:Choice">
          <xsd:enumeration value="Jason Jones"/>
          <xsd:enumeration value="Matt Murnaghan"/>
          <xsd:enumeration value="Choice 3"/>
        </xsd:restriction>
      </xsd:simpleType>
    </xsd:element>
    <xsd:element name="Source" ma:index="27" nillable="true" ma:displayName="Source" ma:format="Dropdown" ma:internalName="Source">
      <xsd:simpleType>
        <xsd:restriction base="dms:Choice">
          <xsd:enumeration value="UGR"/>
          <xsd:enumeration value="Sprott"/>
          <xsd:enumeration value="FED"/>
          <xsd:enumeration value="FPA"/>
          <xsd:enumeration value="FASS"/>
          <xsd:enumeration value="FGPA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179429-d478-498a-b939-9081b8144ee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02e8379-ea89-40cf-a866-e61a42e2bfb0}" ma:internalName="TaxCatchAll" ma:showField="CatchAllData" ma:web="d3179429-d478-498a-b939-9081b8144e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e7b193ac-ea41-4509-9747-953194e6ef68" xsi:nil="true"/>
    <_Flow_SignoffStatus xmlns="e7b193ac-ea41-4509-9747-953194e6ef68" xsi:nil="true"/>
    <TaxCatchAll xmlns="d3179429-d478-498a-b939-9081b8144ee9" xsi:nil="true"/>
    <lcf76f155ced4ddcb4097134ff3c332f xmlns="e7b193ac-ea41-4509-9747-953194e6ef68">
      <Terms xmlns="http://schemas.microsoft.com/office/infopath/2007/PartnerControls"/>
    </lcf76f155ced4ddcb4097134ff3c332f>
    <Photographer xmlns="e7b193ac-ea41-4509-9747-953194e6ef6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55FD89-8F44-4FD5-9B41-7786AEAA1B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b193ac-ea41-4509-9747-953194e6ef68"/>
    <ds:schemaRef ds:uri="d3179429-d478-498a-b939-9081b8144e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E414D-2C3E-4C6F-86D2-4340BBD4BED4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d3179429-d478-498a-b939-9081b8144ee9"/>
    <ds:schemaRef ds:uri="e7b193ac-ea41-4509-9747-953194e6ef6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A3CD22F-9C57-4E07-B755-4A22E5B30C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250</Words>
  <Application>Microsoft Macintosh PowerPoint</Application>
  <PresentationFormat>On-screen Show (16:9)</PresentationFormat>
  <Paragraphs>54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CarletonU</vt:lpstr>
      <vt:lpstr>Updated PPT Template </vt:lpstr>
      <vt:lpstr>Guidelines for creating accessible PowerPoint presentations</vt:lpstr>
      <vt:lpstr>Example Alternate Title Slide 1</vt:lpstr>
      <vt:lpstr>Content Slide Layout</vt:lpstr>
      <vt:lpstr>Two-Column Content Slide </vt:lpstr>
      <vt:lpstr>Content Slide With Call-Out Box</vt:lpstr>
      <vt:lpstr>Table Options</vt:lpstr>
      <vt:lpstr>Chart Option</vt:lpstr>
      <vt:lpstr>New Section Slide 1</vt:lpstr>
      <vt:lpstr>New Section Slide 2</vt:lpstr>
      <vt:lpstr>Content Slide – Wave Above</vt:lpstr>
      <vt:lpstr>Table with Wave Above</vt:lpstr>
      <vt:lpstr>Chart with Wave Above</vt:lpstr>
      <vt:lpstr>Two Columns – Wave Above</vt:lpstr>
      <vt:lpstr>Two-Column Content Slide – No Wave</vt:lpstr>
      <vt:lpstr>Chart on No-Wave Layout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Ryan</dc:creator>
  <cp:lastModifiedBy>Chris Strangemore</cp:lastModifiedBy>
  <cp:revision>16</cp:revision>
  <cp:lastPrinted>2023-10-30T13:24:35Z</cp:lastPrinted>
  <dcterms:created xsi:type="dcterms:W3CDTF">2021-06-22T15:43:15Z</dcterms:created>
  <dcterms:modified xsi:type="dcterms:W3CDTF">2024-04-16T15:30:29Z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0x01010098A66EB76829D34FB3B76BCAC7DC632F</vt:lpwstr>
  </property>
  <property fmtid="{D5CDD505-2E9C-101B-9397-08002B2CF9AE}" pid="3" name="MediaServiceImageTags">
    <vt:lpwstr/>
  </property>
</Properties>
</file>